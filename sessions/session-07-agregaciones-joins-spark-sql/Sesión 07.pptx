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Z18_NH4A1242MG2V50QO45G2A414H7-d5045602-77de-4e4b-b08e-bf308b2ef8ad-nztldgj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65" r:id="rId4"/>
    <p:sldId id="337" r:id="rId5"/>
    <p:sldId id="339" r:id="rId6"/>
    <p:sldId id="340" r:id="rId7"/>
    <p:sldId id="341" r:id="rId8"/>
    <p:sldId id="342" r:id="rId9"/>
    <p:sldId id="343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3" r:id="rId18"/>
    <p:sldId id="354" r:id="rId19"/>
    <p:sldId id="352" r:id="rId20"/>
    <p:sldId id="344" r:id="rId21"/>
    <p:sldId id="263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F80"/>
    <a:srgbClr val="FCFEFB"/>
    <a:srgbClr val="0165FE"/>
    <a:srgbClr val="00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6" autoAdjust="0"/>
    <p:restoredTop sz="94628"/>
  </p:normalViewPr>
  <p:slideViewPr>
    <p:cSldViewPr snapToGrid="0">
      <p:cViewPr varScale="1">
        <p:scale>
          <a:sx n="114" d="100"/>
          <a:sy n="114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DA533-BFA2-2F4F-9639-D9CE0517BCD7}" type="datetimeFigureOut">
              <a:rPr lang="es-CL" smtClean="0"/>
              <a:t>30-09-26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99827-1AF2-4C4C-ADB0-B7063890D2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089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4CA76-C628-3965-1246-9981BF76C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0F748-918C-FD8B-D5CE-9F5CCDE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CA4A4-352A-8D1C-85C5-81CEB1D8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4008E-3EC5-91A1-92FB-0A1C8B3C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381673-85DE-DE17-5106-26BD943C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202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08914-3397-86C9-0E64-84AA5E8B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49957-43E8-4583-3B99-9EF4FD4D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56EF0-7EB1-1EBD-DCD7-86B7B42C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B0777-1BA8-A953-1244-417EC7AA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86DE1C-7BFF-C080-B275-7E0E968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973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6AE36-51B8-1BCF-5E3F-ED5328B5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1CAC3D-D6F9-6AE5-C526-FA6259B37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D7C410-8043-1FC0-79E3-155ADF1E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3544E-C118-F000-69C3-0DCD63D0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D90E4-26D2-B42E-81F1-1F1049C2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567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CC2E1-CFC4-F263-942A-D4834244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D5DF25-589E-CAF5-1EC1-94FA632AF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F9E3BB-54EF-58BF-948C-0009CCFE7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919AAE-6E84-3DB8-87DB-8ABD1A1EF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53958A-5C66-E512-C8B7-EE9478AF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A86341-4D0B-723D-5B56-5B1E387D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774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BEDEF-5C78-14A3-2FA9-0C987D92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8809E8-992A-F1DA-2B42-7D065AAD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433712-7FA9-9968-5C34-7A2081F86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AB3E84-E7B7-0B26-646E-9DF087471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B8C2A3-689C-64CC-F0B4-377101CC7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00A0C1-BE0E-3733-E266-005CB677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C5FAB1-B39E-ADB8-E990-A10B0F35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11B6C0-7B8A-B76F-C07C-A7084DA1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877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B12A7-88E4-A8D6-E5A7-C8C5F64F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7044FE-BFDE-5E7B-9251-4262E317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AEE08F-D41A-E367-4F39-03515EE1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025124-CFB0-E196-78C6-AFBBBD15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457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BC693B-A420-7F81-9FBB-2B40BBE4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204886-4A32-45D4-BC0A-5D00FBF3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C7E7AF-A687-8C5E-719A-5AD7F2E2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431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B5053-F1B7-1CAB-F33B-A7FA09FC1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168A6-ED4F-0F3E-E268-D57AA195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6E858F-810F-DFFA-FC8F-944E42C0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43541B-C48D-87D2-5463-315EC97E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75D1D8-6AE1-C9FB-941A-6DD151BF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26DFC5-E0B6-AFF1-D67F-3FF503D5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661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6F7B4-57CE-D11C-C6AB-6305F3C7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A7CE66-F31C-1B1C-4009-AD5C72169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1A203E-0ECE-7B79-40E2-B4F4F8DB2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CFC8F7-FCD4-6425-FF84-0AA7D19F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5114CA-DEC4-31F8-20FF-309BCD8C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F5A4E-77A8-BE72-06D3-E09F816B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596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39872-A507-7A17-AA0B-A1BC0DFA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FCE623-8892-BF39-D996-86A48B6D6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8B2AA-79E8-A791-F71F-585F9C9F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1CBE4C-A627-9470-45FA-FBE3809B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0EDE32-18F2-CA43-92BF-780FB6E1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672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D4F70C-028F-1A40-1FFE-2EB490255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684F7A-2EEF-2C1A-4FF1-F9EF94B01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F77440-C97D-24B2-2515-66B2C8A0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F0739D-0685-51DB-63E8-4C544AEC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51BEE-3993-AAEC-37E5-35484EA0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214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5A9FEF-270A-E766-EF16-BB3E8918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4FCEC-D735-2EBF-AA4B-0D13F892D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3A9AF4-4C5B-CE38-B382-B0DE8AB21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39117-CC5E-4A69-B74D-6D75A437BDCD}" type="datetimeFigureOut">
              <a:rPr lang="es-PE" smtClean="0"/>
              <a:t>30/09/26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8C5546-1CC8-53E3-AAEF-7AD22C58D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8F8807-36BC-9F03-DD41-B0AA62F72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7DC33-B034-4350-B786-3C93802ED6F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63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Z18_NH4A1242MG2V50QO45G2A414H7-d5045602-77de-4e4b-b08e-bf308b2ef8ad-nztldgj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128E963C-DD2A-A76A-055A-A6C6504223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EA5813B-9113-358B-A2D1-C1040012E1E3}"/>
              </a:ext>
            </a:extLst>
          </p:cNvPr>
          <p:cNvSpPr txBox="1"/>
          <p:nvPr/>
        </p:nvSpPr>
        <p:spPr>
          <a:xfrm>
            <a:off x="1596760" y="3527338"/>
            <a:ext cx="8454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dirty="0">
                <a:solidFill>
                  <a:srgbClr val="00EDFF"/>
                </a:solidFill>
                <a:latin typeface="Akhand-Black" panose="00000A00000000000000" pitchFamily="50" charset="0"/>
              </a:rPr>
              <a:t>Sesión 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CAC12C-068C-CBC7-8FAE-580A326E315E}"/>
              </a:ext>
            </a:extLst>
          </p:cNvPr>
          <p:cNvSpPr txBox="1"/>
          <p:nvPr/>
        </p:nvSpPr>
        <p:spPr>
          <a:xfrm>
            <a:off x="3452011" y="5153806"/>
            <a:ext cx="5111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solidFill>
                  <a:schemeClr val="bg1"/>
                </a:solidFill>
                <a:latin typeface="Geometria" panose="020B0403020204020204" pitchFamily="34" charset="0"/>
              </a:rPr>
              <a:t>Capacitación Corporativa</a:t>
            </a:r>
          </a:p>
          <a:p>
            <a:endParaRPr lang="es-PE" sz="2400" b="1" dirty="0">
              <a:solidFill>
                <a:schemeClr val="bg1"/>
              </a:solidFill>
              <a:latin typeface="Geometria" panose="020B04030202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B39128-D694-4065-8565-446730DC7A0C}"/>
              </a:ext>
            </a:extLst>
          </p:cNvPr>
          <p:cNvSpPr txBox="1"/>
          <p:nvPr/>
        </p:nvSpPr>
        <p:spPr>
          <a:xfrm>
            <a:off x="2830473" y="4457264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200" dirty="0">
                <a:solidFill>
                  <a:schemeClr val="bg1"/>
                </a:solidFill>
                <a:latin typeface="Akhand-Black" panose="00000A00000000000000" pitchFamily="50" charset="0"/>
              </a:rPr>
              <a:t>Docente: Juan Salinas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FDD6F-30BB-46E7-96FD-354703110466}"/>
              </a:ext>
            </a:extLst>
          </p:cNvPr>
          <p:cNvSpPr txBox="1"/>
          <p:nvPr/>
        </p:nvSpPr>
        <p:spPr>
          <a:xfrm>
            <a:off x="1767989" y="1808294"/>
            <a:ext cx="75284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Especialización en </a:t>
            </a:r>
          </a:p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         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Databricks</a:t>
            </a:r>
            <a:r>
              <a:rPr lang="es-ES" sz="4800" b="1" dirty="0">
                <a:solidFill>
                  <a:schemeClr val="bg1"/>
                </a:solidFill>
                <a:latin typeface="Aptos Narrow"/>
              </a:rPr>
              <a:t>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Associate</a:t>
            </a:r>
            <a:r>
              <a:rPr lang="es-ES" sz="3600" b="1" i="0" dirty="0">
                <a:solidFill>
                  <a:schemeClr val="bg1"/>
                </a:solidFill>
                <a:effectLst/>
                <a:latin typeface="Aptos Narrow"/>
              </a:rPr>
              <a:t>			</a:t>
            </a:r>
            <a:endParaRPr lang="es-PE" sz="5400" b="1" dirty="0">
              <a:solidFill>
                <a:schemeClr val="bg1"/>
              </a:solidFill>
              <a:latin typeface="Akhand-Black" panose="00000A00000000000000" pitchFamily="50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2E8C387-2A3E-FE3E-8A2A-8054AB23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03" y="5800399"/>
            <a:ext cx="1929007" cy="7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12C17C13-81DC-4F6A-81C8-5DDFE4EF4AA6}"/>
              </a:ext>
            </a:extLst>
          </p:cNvPr>
          <p:cNvSpPr txBox="1"/>
          <p:nvPr/>
        </p:nvSpPr>
        <p:spPr>
          <a:xfrm>
            <a:off x="444333" y="811162"/>
            <a:ext cx="5651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400" dirty="0">
                <a:solidFill>
                  <a:srgbClr val="0165FE"/>
                </a:solidFill>
                <a:latin typeface="Akhand-Black" panose="00000A00000000000000" pitchFamily="50" charset="0"/>
              </a:rPr>
              <a:t>Acuerdos para la sesión: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ECC36-6C75-498D-B9A6-62D73A20D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555" y="1819004"/>
            <a:ext cx="924723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⏰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Puntualidad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Se requiere puntualidad para un mejor desarrollo del curso.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📵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Celulares o Micrófonos en silencio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Es necesario que los celulares o Micrófonos permanezcan en silencio durante la clase para no interrumpir la sesión.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❓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Preguntas y consultas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Las preguntas pueden realizarse en cualquier momento. Las consultas muy particulares se revisarán al final de la clase.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📚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Cumplimiento de tareas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Realizar las actividades y/o tareas encomendadas dentro de los plazos establecidos.</a:t>
            </a:r>
          </a:p>
        </p:txBody>
      </p:sp>
    </p:spTree>
    <p:extLst>
      <p:ext uri="{BB962C8B-B14F-4D97-AF65-F5344CB8AC3E}">
        <p14:creationId xmlns:p14="http://schemas.microsoft.com/office/powerpoint/2010/main" val="37014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DB186E0-979E-E35F-4DA6-DA93A3F2CD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C6B1AB-59D0-EA0C-21BD-6FA38A8B5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00" y="508786"/>
            <a:ext cx="9240984" cy="616065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79C09D7-7E70-72E6-D6F8-0747895240D8}"/>
              </a:ext>
            </a:extLst>
          </p:cNvPr>
          <p:cNvSpPr/>
          <p:nvPr/>
        </p:nvSpPr>
        <p:spPr>
          <a:xfrm>
            <a:off x="2018372" y="3824867"/>
            <a:ext cx="457201" cy="345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18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7CB5C73-415B-34D3-8A9E-9FEA3EA15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7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30C84F9-92FB-F9B6-8430-23C2547B7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39" y="390291"/>
            <a:ext cx="10746537" cy="60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9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8BC7ECE-37D0-639A-9A1B-B9BFD2E4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36" y="189572"/>
            <a:ext cx="11016505" cy="62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659A9B-3535-13B8-B6F6-6FD601E11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63" y="401443"/>
            <a:ext cx="10411999" cy="585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0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0051A6F-A9C3-B9FE-7FEE-3F1B96D56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33" y="390292"/>
            <a:ext cx="10601571" cy="59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4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3BF4688-1281-1B12-7CD7-21E5500F4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75" y="434898"/>
            <a:ext cx="10481531" cy="589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16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2DA547C-7319-C741-3F5F-23D359177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36" y="857095"/>
            <a:ext cx="10185399" cy="57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6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CB1C0F-548C-60F0-282F-369C51D8C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85" y="857094"/>
            <a:ext cx="10018132" cy="563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0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9E3B8BD-AF88-7DF1-A44F-0998ECF48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97" y="765690"/>
            <a:ext cx="9780666" cy="549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3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C9E9F42-2EB2-E657-2012-8437CF7F6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48" y="809468"/>
            <a:ext cx="9907283" cy="55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5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5BA9557-7D2B-472B-0004-7FDE6A72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43" y="745581"/>
            <a:ext cx="10151946" cy="570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43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8E95BD8-3C37-67A3-083D-D5E0D0F69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625" y="1046665"/>
            <a:ext cx="9315604" cy="523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6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A17B8A6-8BBB-9551-6820-628AE6319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37" y="689826"/>
            <a:ext cx="10185400" cy="57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4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29DB43A-FB9C-4A5E-CB96-0F49275A2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237" y="1002427"/>
            <a:ext cx="9483205" cy="53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58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F8A410A-AB2C-9DB0-D9DC-1462CBA30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809" y="1035514"/>
            <a:ext cx="9371361" cy="526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24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F551D55-65CE-308F-3AAB-71728FFF2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32" y="854439"/>
            <a:ext cx="10144631" cy="5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1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4C3F507A-535F-422F-B6D4-6F113BF64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465" y="995119"/>
            <a:ext cx="9787246" cy="550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86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EDBC2021-F8A1-715B-019A-AE0308BF1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370D57-274C-439E-8C4D-CFADF95BCFAC}"/>
              </a:ext>
            </a:extLst>
          </p:cNvPr>
          <p:cNvSpPr txBox="1"/>
          <p:nvPr/>
        </p:nvSpPr>
        <p:spPr>
          <a:xfrm>
            <a:off x="3371609" y="2967335"/>
            <a:ext cx="51111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6000" b="1" dirty="0">
                <a:solidFill>
                  <a:schemeClr val="bg1"/>
                </a:solidFill>
                <a:latin typeface="Geometria" panose="020B0403020204020204" pitchFamily="34" charset="0"/>
              </a:rPr>
              <a:t>¡GRACIAS!</a:t>
            </a:r>
            <a:endParaRPr lang="es-PE" sz="6000" b="1" dirty="0">
              <a:solidFill>
                <a:srgbClr val="00EDFF"/>
              </a:solidFill>
              <a:latin typeface="Geometria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85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107</Words>
  <Application>Microsoft Macintosh PowerPoint</Application>
  <PresentationFormat>Panorámica</PresentationFormat>
  <Paragraphs>14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Akhand-Black</vt:lpstr>
      <vt:lpstr>Aptos</vt:lpstr>
      <vt:lpstr>Aptos Display</vt:lpstr>
      <vt:lpstr>Aptos Narrow</vt:lpstr>
      <vt:lpstr>Arial</vt:lpstr>
      <vt:lpstr>Geometria</vt:lpstr>
      <vt:lpstr>Panton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</dc:creator>
  <cp:lastModifiedBy>Juan Miguel Salinas Ponce</cp:lastModifiedBy>
  <cp:revision>38</cp:revision>
  <dcterms:created xsi:type="dcterms:W3CDTF">2025-05-08T00:16:45Z</dcterms:created>
  <dcterms:modified xsi:type="dcterms:W3CDTF">2026-10-01T03:15:42Z</dcterms:modified>
</cp:coreProperties>
</file>