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Default Extension="Z18_NH4A1242MG2V50QO45G2A414H7-d5045602-77de-4e4b-b08e-bf308b2ef8ad-nztldgj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  <p:sldId id="268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38"/>
  </p:normalViewPr>
  <p:slideViewPr>
    <p:cSldViewPr snapToGrid="0">
      <p:cViewPr varScale="1">
        <p:scale>
          <a:sx n="113" d="100"/>
          <a:sy n="113" d="100"/>
        </p:scale>
        <p:origin x="6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912C00-D0E9-6EBF-0A03-CB2317B56F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B881947-02DF-0DE0-93D8-BB469105F4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E4C30E-F4DE-628F-D328-204DB758A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2478C-CD08-4A6B-A5E6-26ECEED279E4}" type="datetimeFigureOut">
              <a:rPr lang="es-PE" smtClean="0"/>
              <a:t>14/10/26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093D61-64D3-B994-7898-CD5D4CF23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0C5A0B-CC6E-8789-B58F-EAE74FC31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D894-47FB-4954-9267-BFEA6AB3F6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72870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447657-5224-4512-A00B-1337AD2F2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55848E-D817-8F1F-C74F-DFDDD50EB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8A6BCE-563B-9C2F-EB64-B04DCB045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2478C-CD08-4A6B-A5E6-26ECEED279E4}" type="datetimeFigureOut">
              <a:rPr lang="es-PE" smtClean="0"/>
              <a:t>14/10/26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FF085F-454E-DD7A-0049-8D0E66956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3DA47F-0633-154B-3B1C-D6D2713E4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D894-47FB-4954-9267-BFEA6AB3F6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37634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B1DC37-4060-F769-D1F4-8EE71242B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BABD43-996B-FFB1-5666-958BE7B0B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88F09C-CDC3-3AC5-B7D3-CC06E0668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2478C-CD08-4A6B-A5E6-26ECEED279E4}" type="datetimeFigureOut">
              <a:rPr lang="es-PE" smtClean="0"/>
              <a:t>14/10/26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470634-78AE-09A0-FD84-4718BE0C2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1BC298-AE01-5AAC-ABB0-D61FAA64E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D894-47FB-4954-9267-BFEA6AB3F6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82351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2D6026-5A7D-4B91-4F85-DCE1C8EDF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145F69-97C0-5DBE-A375-B70816B592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8AE7030-8195-5565-A2EA-2E7C3E481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707C895-4FFA-4B79-F182-E6C6DA0E2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2478C-CD08-4A6B-A5E6-26ECEED279E4}" type="datetimeFigureOut">
              <a:rPr lang="es-PE" smtClean="0"/>
              <a:t>14/10/26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A8806F8-A26C-B4BD-A85C-C7AD7B79F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B5E65A1-DDF2-5AAC-45E6-7E42A8871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D894-47FB-4954-9267-BFEA6AB3F6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82159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1A5CA5-1093-C22E-4981-73CDF2FB1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1E5F2B-4510-DFD3-130C-44557BB17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A02D0AA-0928-309A-5D52-F4C65FD253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450D0FA-92A8-74A6-918C-D1638849E2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6929E06-4444-CCC0-27B4-D8DED92576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DD73B24-1B08-59E0-401B-CAE7202F6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2478C-CD08-4A6B-A5E6-26ECEED279E4}" type="datetimeFigureOut">
              <a:rPr lang="es-PE" smtClean="0"/>
              <a:t>14/10/26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61DCA05-B0F6-479A-2AF2-22DA7CBB1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9EEC99A-516D-5CB3-CAE2-219CED653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D894-47FB-4954-9267-BFEA6AB3F6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14434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C5FB40-FB8B-CC4D-E7DA-03B7BAE30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52C6413-1F68-246B-0A4D-519F94009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2478C-CD08-4A6B-A5E6-26ECEED279E4}" type="datetimeFigureOut">
              <a:rPr lang="es-PE" smtClean="0"/>
              <a:t>14/10/26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28BF1B1-2C58-BE3E-6D85-1801E8168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D0E8200-B1D0-0F43-F3AF-DC0AF4641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D894-47FB-4954-9267-BFEA6AB3F6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18374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DF7CBFE-795A-46F6-1FA0-9505F2437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2478C-CD08-4A6B-A5E6-26ECEED279E4}" type="datetimeFigureOut">
              <a:rPr lang="es-PE" smtClean="0"/>
              <a:t>14/10/26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39BABC3-433A-3CD8-35D1-5EE1BBF87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7238F4C-11CF-D2EE-8E09-5CA20735F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D894-47FB-4954-9267-BFEA6AB3F6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1582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3CBBD4-2FA9-4AD6-CBDC-B3150FAAA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8E69B5-72A5-6FAB-177C-DA5CFD3F2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F1162D5-D512-C4EA-919B-8D7719847C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67A670-9AF8-CBFD-3E9F-CDEAE0B15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2478C-CD08-4A6B-A5E6-26ECEED279E4}" type="datetimeFigureOut">
              <a:rPr lang="es-PE" smtClean="0"/>
              <a:t>14/10/26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A771A8-DEAD-BBCC-6427-477ABA73D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33C391-B6AC-EB0F-02DB-95AD240DE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D894-47FB-4954-9267-BFEA6AB3F6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04270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9A9A1-08DF-2B40-C8B4-4FF238A34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0E1CD7C-A581-2BC2-A2B7-F13BD87B7B8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062BB67-534D-6D33-7E1F-02E09D8EB0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7E1A74-66B2-89DA-003E-F864FBA53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2478C-CD08-4A6B-A5E6-26ECEED279E4}" type="datetimeFigureOut">
              <a:rPr lang="es-PE" smtClean="0"/>
              <a:t>14/10/26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9D5B686-15AB-A6F2-BB07-378482DA6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2B5A62D-EDBF-4306-02FE-729E38138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D894-47FB-4954-9267-BFEA6AB3F6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90981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B814F8-0BA5-793D-601E-65E4B58F6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B896160-4157-ABB7-C101-B724F3FE1B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79FAC1-9CEF-6EB7-9A4B-FEF8D36D7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2478C-CD08-4A6B-A5E6-26ECEED279E4}" type="datetimeFigureOut">
              <a:rPr lang="es-PE" smtClean="0"/>
              <a:t>14/10/26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A63391-1415-FB5A-7BCE-9FF91E2ED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963E7E-E251-4965-19FE-2099D6FA0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D894-47FB-4954-9267-BFEA6AB3F6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67617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22D1D5-50AC-64EC-01B1-FB8A391545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A7DB81F-3226-E330-A3D1-FDD41345CB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50C3FC-95C1-69F5-7BC8-7EB400219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2478C-CD08-4A6B-A5E6-26ECEED279E4}" type="datetimeFigureOut">
              <a:rPr lang="es-PE" smtClean="0"/>
              <a:t>14/10/26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988601-3775-B7DE-8DA9-A2C276D3B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3FBC7C-F051-72A7-1A0B-60FE26CD2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FDD894-47FB-4954-9267-BFEA6AB3F6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1041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D5941E8-DD90-20C0-D897-C70680485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373673-AD25-01A0-95A3-A35980B27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E35922-F20B-A7FB-6EAB-222631764F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82478C-CD08-4A6B-A5E6-26ECEED279E4}" type="datetimeFigureOut">
              <a:rPr lang="es-PE" smtClean="0"/>
              <a:t>14/10/26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39AC3B-FFFD-4C3C-F8FE-B344C39550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0CB549-E774-FC5E-128E-F3AE2A2A2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FDD894-47FB-4954-9267-BFEA6AB3F6B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53715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Z18_NH4A1242MG2V50QO45G2A414H7-d5045602-77de-4e4b-b08e-bf308b2ef8ad-nztldgj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Patrón de fondo&#10;&#10;Descripción generada automáticamente">
            <a:extLst>
              <a:ext uri="{FF2B5EF4-FFF2-40B4-BE49-F238E27FC236}">
                <a16:creationId xmlns:a16="http://schemas.microsoft.com/office/drawing/2014/main" id="{128E963C-DD2A-A76A-055A-A6C6504223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EA5813B-9113-358B-A2D1-C1040012E1E3}"/>
              </a:ext>
            </a:extLst>
          </p:cNvPr>
          <p:cNvSpPr txBox="1"/>
          <p:nvPr/>
        </p:nvSpPr>
        <p:spPr>
          <a:xfrm>
            <a:off x="1596760" y="3527338"/>
            <a:ext cx="84546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4000" dirty="0">
                <a:solidFill>
                  <a:srgbClr val="00EDFF"/>
                </a:solidFill>
                <a:latin typeface="Akhand-Black" panose="00000A00000000000000" pitchFamily="50" charset="0"/>
              </a:rPr>
              <a:t>Sesión 8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4CAC12C-068C-CBC7-8FAE-580A326E315E}"/>
              </a:ext>
            </a:extLst>
          </p:cNvPr>
          <p:cNvSpPr txBox="1"/>
          <p:nvPr/>
        </p:nvSpPr>
        <p:spPr>
          <a:xfrm>
            <a:off x="3452011" y="5153806"/>
            <a:ext cx="51111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400" b="1" dirty="0">
                <a:solidFill>
                  <a:schemeClr val="bg1"/>
                </a:solidFill>
                <a:latin typeface="Geometria" panose="020B0403020204020204" pitchFamily="34" charset="0"/>
              </a:rPr>
              <a:t>Capacitación Corporativa</a:t>
            </a:r>
          </a:p>
          <a:p>
            <a:endParaRPr lang="es-PE" sz="2400" b="1" dirty="0">
              <a:solidFill>
                <a:schemeClr val="bg1"/>
              </a:solidFill>
              <a:latin typeface="Geometria" panose="020B0403020204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2B39128-D694-4065-8565-446730DC7A0C}"/>
              </a:ext>
            </a:extLst>
          </p:cNvPr>
          <p:cNvSpPr txBox="1"/>
          <p:nvPr/>
        </p:nvSpPr>
        <p:spPr>
          <a:xfrm>
            <a:off x="2830473" y="4457264"/>
            <a:ext cx="6126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sz="2200" dirty="0">
                <a:solidFill>
                  <a:schemeClr val="bg1"/>
                </a:solidFill>
                <a:latin typeface="Akhand-Black" panose="00000A00000000000000" pitchFamily="50" charset="0"/>
              </a:rPr>
              <a:t>Docente: Juan Salinas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A1FDD6F-30BB-46E7-96FD-354703110466}"/>
              </a:ext>
            </a:extLst>
          </p:cNvPr>
          <p:cNvSpPr txBox="1"/>
          <p:nvPr/>
        </p:nvSpPr>
        <p:spPr>
          <a:xfrm>
            <a:off x="1767989" y="1808294"/>
            <a:ext cx="752841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 dirty="0">
                <a:solidFill>
                  <a:schemeClr val="bg1"/>
                </a:solidFill>
                <a:latin typeface="Aptos Narrow"/>
              </a:rPr>
              <a:t>Especialización en </a:t>
            </a:r>
          </a:p>
          <a:p>
            <a:pPr algn="ctr"/>
            <a:r>
              <a:rPr lang="es-ES" sz="4800" b="1" dirty="0">
                <a:solidFill>
                  <a:schemeClr val="bg1"/>
                </a:solidFill>
                <a:latin typeface="Aptos Narrow"/>
              </a:rPr>
              <a:t>          </a:t>
            </a:r>
            <a:r>
              <a:rPr lang="es-ES" sz="4800" b="1" dirty="0" err="1">
                <a:solidFill>
                  <a:schemeClr val="bg1"/>
                </a:solidFill>
                <a:latin typeface="Aptos Narrow"/>
              </a:rPr>
              <a:t>Databricks</a:t>
            </a:r>
            <a:r>
              <a:rPr lang="es-ES" sz="4800" b="1" dirty="0">
                <a:solidFill>
                  <a:schemeClr val="bg1"/>
                </a:solidFill>
                <a:latin typeface="Aptos Narrow"/>
              </a:rPr>
              <a:t> </a:t>
            </a:r>
            <a:r>
              <a:rPr lang="es-ES" sz="4800" b="1" dirty="0" err="1">
                <a:solidFill>
                  <a:schemeClr val="bg1"/>
                </a:solidFill>
                <a:latin typeface="Aptos Narrow"/>
              </a:rPr>
              <a:t>Associate</a:t>
            </a:r>
            <a:r>
              <a:rPr lang="es-ES" sz="3600" b="1" i="0" dirty="0">
                <a:solidFill>
                  <a:schemeClr val="bg1"/>
                </a:solidFill>
                <a:effectLst/>
                <a:latin typeface="Aptos Narrow"/>
              </a:rPr>
              <a:t>			</a:t>
            </a:r>
            <a:endParaRPr lang="es-PE" sz="5400" b="1" dirty="0">
              <a:solidFill>
                <a:schemeClr val="bg1"/>
              </a:solidFill>
              <a:latin typeface="Akhand-Black" panose="00000A00000000000000" pitchFamily="50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2E8C387-2A3E-FE3E-8A2A-8054AB23A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203" y="5800399"/>
            <a:ext cx="1929007" cy="75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250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adroTexto 17">
            <a:extLst>
              <a:ext uri="{FF2B5EF4-FFF2-40B4-BE49-F238E27FC236}">
                <a16:creationId xmlns:a16="http://schemas.microsoft.com/office/drawing/2014/main" id="{12C17C13-81DC-4F6A-81C8-5DDFE4EF4AA6}"/>
              </a:ext>
            </a:extLst>
          </p:cNvPr>
          <p:cNvSpPr txBox="1"/>
          <p:nvPr/>
        </p:nvSpPr>
        <p:spPr>
          <a:xfrm>
            <a:off x="444333" y="811162"/>
            <a:ext cx="565166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400" dirty="0">
                <a:solidFill>
                  <a:srgbClr val="0165FE"/>
                </a:solidFill>
                <a:latin typeface="Akhand-Black" panose="00000A00000000000000" pitchFamily="50" charset="0"/>
              </a:rPr>
              <a:t>Acuerdos para la sesión: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FECC36-6C75-498D-B9A6-62D73A20D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4555" y="1819004"/>
            <a:ext cx="9247239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sz="2000" dirty="0">
                <a:solidFill>
                  <a:srgbClr val="4B5F80"/>
                </a:solidFill>
                <a:latin typeface="Panton" panose="00000500000000000000" pitchFamily="50" charset="0"/>
              </a:rPr>
              <a:t>⏰ </a:t>
            </a:r>
            <a:r>
              <a:rPr lang="es-PE" altLang="es-PE" sz="2000" b="1" dirty="0">
                <a:solidFill>
                  <a:srgbClr val="4B5F80"/>
                </a:solidFill>
                <a:latin typeface="Panton" panose="00000500000000000000" pitchFamily="50" charset="0"/>
              </a:rPr>
              <a:t>Puntualidad</a:t>
            </a:r>
            <a:br>
              <a:rPr lang="es-PE" altLang="es-PE" sz="2000" dirty="0">
                <a:solidFill>
                  <a:srgbClr val="4B5F80"/>
                </a:solidFill>
                <a:latin typeface="Panton" panose="00000500000000000000" pitchFamily="50" charset="0"/>
              </a:rPr>
            </a:br>
            <a:r>
              <a:rPr lang="es-PE" altLang="es-PE" sz="2000" dirty="0">
                <a:solidFill>
                  <a:srgbClr val="4B5F80"/>
                </a:solidFill>
                <a:latin typeface="Panton" panose="00000500000000000000" pitchFamily="50" charset="0"/>
              </a:rPr>
              <a:t>Se requiere puntualidad para un mejor desarrollo del curso.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PE" altLang="es-PE" sz="2000" dirty="0">
              <a:solidFill>
                <a:srgbClr val="4B5F80"/>
              </a:solidFill>
              <a:latin typeface="Panton" panose="00000500000000000000" pitchFamily="50" charset="0"/>
            </a:endParaRP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sz="2000" dirty="0">
                <a:solidFill>
                  <a:srgbClr val="4B5F80"/>
                </a:solidFill>
                <a:latin typeface="Panton" panose="00000500000000000000" pitchFamily="50" charset="0"/>
              </a:rPr>
              <a:t>📵 </a:t>
            </a:r>
            <a:r>
              <a:rPr lang="es-PE" altLang="es-PE" sz="2000" b="1" dirty="0">
                <a:solidFill>
                  <a:srgbClr val="4B5F80"/>
                </a:solidFill>
                <a:latin typeface="Panton" panose="00000500000000000000" pitchFamily="50" charset="0"/>
              </a:rPr>
              <a:t>Celulares o Micrófonos en silencio</a:t>
            </a:r>
            <a:br>
              <a:rPr lang="es-PE" altLang="es-PE" sz="2000" dirty="0">
                <a:solidFill>
                  <a:srgbClr val="4B5F80"/>
                </a:solidFill>
                <a:latin typeface="Panton" panose="00000500000000000000" pitchFamily="50" charset="0"/>
              </a:rPr>
            </a:br>
            <a:r>
              <a:rPr lang="es-PE" altLang="es-PE" sz="2000" dirty="0">
                <a:solidFill>
                  <a:srgbClr val="4B5F80"/>
                </a:solidFill>
                <a:latin typeface="Panton" panose="00000500000000000000" pitchFamily="50" charset="0"/>
              </a:rPr>
              <a:t>Es necesario que los celulares o Micrófonos permanezcan en silencio durante la clase para no interrumpir la sesión.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PE" altLang="es-PE" sz="2000" dirty="0">
              <a:solidFill>
                <a:srgbClr val="4B5F80"/>
              </a:solidFill>
              <a:latin typeface="Panton" panose="00000500000000000000" pitchFamily="50" charset="0"/>
            </a:endParaRP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sz="2000" dirty="0">
                <a:solidFill>
                  <a:srgbClr val="4B5F80"/>
                </a:solidFill>
                <a:latin typeface="Panton" panose="00000500000000000000" pitchFamily="50" charset="0"/>
              </a:rPr>
              <a:t>❓ </a:t>
            </a:r>
            <a:r>
              <a:rPr lang="es-PE" altLang="es-PE" sz="2000" b="1" dirty="0">
                <a:solidFill>
                  <a:srgbClr val="4B5F80"/>
                </a:solidFill>
                <a:latin typeface="Panton" panose="00000500000000000000" pitchFamily="50" charset="0"/>
              </a:rPr>
              <a:t>Preguntas y consultas</a:t>
            </a:r>
            <a:br>
              <a:rPr lang="es-PE" altLang="es-PE" sz="2000" dirty="0">
                <a:solidFill>
                  <a:srgbClr val="4B5F80"/>
                </a:solidFill>
                <a:latin typeface="Panton" panose="00000500000000000000" pitchFamily="50" charset="0"/>
              </a:rPr>
            </a:br>
            <a:r>
              <a:rPr lang="es-PE" altLang="es-PE" sz="2000" dirty="0">
                <a:solidFill>
                  <a:srgbClr val="4B5F80"/>
                </a:solidFill>
                <a:latin typeface="Panton" panose="00000500000000000000" pitchFamily="50" charset="0"/>
              </a:rPr>
              <a:t>Las preguntas pueden realizarse en cualquier momento. Las consultas muy particulares se revisarán al final de la clase.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PE" altLang="es-PE" sz="2000" dirty="0">
              <a:solidFill>
                <a:srgbClr val="4B5F80"/>
              </a:solidFill>
              <a:latin typeface="Panton" panose="00000500000000000000" pitchFamily="50" charset="0"/>
            </a:endParaRP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sz="2000" dirty="0">
                <a:solidFill>
                  <a:srgbClr val="4B5F80"/>
                </a:solidFill>
                <a:latin typeface="Panton" panose="00000500000000000000" pitchFamily="50" charset="0"/>
              </a:rPr>
              <a:t>📚 </a:t>
            </a:r>
            <a:r>
              <a:rPr lang="es-PE" altLang="es-PE" sz="2000" b="1" dirty="0">
                <a:solidFill>
                  <a:srgbClr val="4B5F80"/>
                </a:solidFill>
                <a:latin typeface="Panton" panose="00000500000000000000" pitchFamily="50" charset="0"/>
              </a:rPr>
              <a:t>Cumplimiento de tareas</a:t>
            </a:r>
            <a:br>
              <a:rPr lang="es-PE" altLang="es-PE" sz="2000" dirty="0">
                <a:solidFill>
                  <a:srgbClr val="4B5F80"/>
                </a:solidFill>
                <a:latin typeface="Panton" panose="00000500000000000000" pitchFamily="50" charset="0"/>
              </a:rPr>
            </a:br>
            <a:r>
              <a:rPr lang="es-PE" altLang="es-PE" sz="2000" dirty="0">
                <a:solidFill>
                  <a:srgbClr val="4B5F80"/>
                </a:solidFill>
                <a:latin typeface="Panton" panose="00000500000000000000" pitchFamily="50" charset="0"/>
              </a:rPr>
              <a:t>Realizar las actividades y/o tareas encomendadas dentro de los plazos establecidos.</a:t>
            </a:r>
          </a:p>
        </p:txBody>
      </p:sp>
    </p:spTree>
    <p:extLst>
      <p:ext uri="{BB962C8B-B14F-4D97-AF65-F5344CB8AC3E}">
        <p14:creationId xmlns:p14="http://schemas.microsoft.com/office/powerpoint/2010/main" val="3701420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FDB186E0-979E-E35F-4DA6-DA93A3F2CD1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DC6B1AB-59D0-EA0C-21BD-6FA38A8B5B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669" y="0"/>
            <a:ext cx="9240984" cy="6160656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279C09D7-7E70-72E6-D6F8-0747895240D8}"/>
              </a:ext>
            </a:extLst>
          </p:cNvPr>
          <p:cNvSpPr/>
          <p:nvPr/>
        </p:nvSpPr>
        <p:spPr>
          <a:xfrm>
            <a:off x="5196469" y="2620534"/>
            <a:ext cx="457201" cy="3456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55184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CA15FB5-3D37-0700-9E25-80944048D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504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38764EF-FA40-72F2-DD04-634A233A3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858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1B3DDD3-E7CD-A891-C4B2-5570DAC1F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52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8AE6C86-C55D-076D-CC66-442146302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092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095BADD-6C40-6329-E755-906633276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653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C3CD271-9CA4-B01B-0805-AC42FD485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2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013BF8A-73A4-7868-0DAB-E0F2215AF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349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52D37C9-BA3F-9663-A686-08705F6F8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47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5D673E4-AE08-19AC-98E5-3945F18A0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599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88260AE-067E-4447-1B40-823976A46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8640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104</Words>
  <Application>Microsoft Macintosh PowerPoint</Application>
  <PresentationFormat>Panorámica</PresentationFormat>
  <Paragraphs>13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1" baseType="lpstr">
      <vt:lpstr>Akhand-Black</vt:lpstr>
      <vt:lpstr>Aptos</vt:lpstr>
      <vt:lpstr>Aptos Display</vt:lpstr>
      <vt:lpstr>Aptos Narrow</vt:lpstr>
      <vt:lpstr>Arial</vt:lpstr>
      <vt:lpstr>Geometria</vt:lpstr>
      <vt:lpstr>Panton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Miguel Salinas Ponce</dc:creator>
  <cp:lastModifiedBy>Juan Miguel Salinas Ponce</cp:lastModifiedBy>
  <cp:revision>2</cp:revision>
  <dcterms:created xsi:type="dcterms:W3CDTF">2026-10-15T00:32:11Z</dcterms:created>
  <dcterms:modified xsi:type="dcterms:W3CDTF">2026-10-15T01:37:15Z</dcterms:modified>
</cp:coreProperties>
</file>