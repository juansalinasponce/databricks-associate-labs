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3" r:id="rId5"/>
    <p:sldId id="265" r:id="rId6"/>
    <p:sldId id="261" r:id="rId7"/>
    <p:sldId id="260" r:id="rId8"/>
    <p:sldId id="258" r:id="rId9"/>
    <p:sldId id="264" r:id="rId10"/>
    <p:sldId id="259" r:id="rId11"/>
    <p:sldId id="266" r:id="rId1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D40915-507C-F24B-CE2C-0BFD3E724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DFD6CE-271F-D3C7-1DFA-EE9C982F2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523AD1-C23D-09AE-4703-29D0EC89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06262C-E246-96DE-10B6-D10FA8632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082390-6B13-2192-6427-ACCE1E79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466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62521-DD4D-B043-27A7-2F95B038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1C6A1B-E272-C3D2-C88C-900954687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AC47A8-F074-50C0-8484-3ED7B633D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F9367C-58C4-7009-20DC-80BC94BD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4F5A2A-E64B-9BDD-6D88-CF0BCDF13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6685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3F0B32-5DFF-6104-B050-06637A8C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77C96-4920-3261-AE97-2639D4181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278B9B-82CC-187E-786E-52EE5B7A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123034-CDDD-3B7E-8E43-64B74DC4E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846C63-B3AE-0ACA-FD7B-F0B66221D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568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E5DD5-E017-30B9-6509-CB41D040A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123CB7-780D-02F1-46F6-AA91B672C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3CBE9B-3462-6BD3-70A5-BF7E15A70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84AF87-59A1-E2C8-B3AE-D766B672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EDD7BE-90E7-5EDE-6B35-0E4BA90E7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02395C-88A8-EF5B-0366-A511C5DA7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402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26049-E50A-D5F4-0F4D-C28A7730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2B7904-1828-71BE-2A15-2578B3102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0CA701-6128-9CC9-D34E-5980C7DAD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AAA442-79A2-0714-7BF3-7DB7CBB70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28BA0E-4C88-D2FE-4745-FEE758A69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61F2A7-ACB1-D343-527B-48BDC763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A31480-5D29-6FCB-4E67-0803473F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AFAF-20E3-30CF-39A5-695355D23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394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8859D1-0B48-30D8-6CEC-0ABD3B18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BE2702-D30D-4738-CF74-5EAE3B73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39E163-A027-DECB-2866-FBB68CA92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41E0E4-BB08-537A-1DAC-89CA0619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7223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65C5DC-9938-9C61-3FB1-4B4E3385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CC8B7E-1886-8FA5-D39D-E7B48FEA2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994D9A-B275-DD81-1AC3-045BEE08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052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6A11A-B5C3-4522-6E44-666B3D9F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DB804F-B357-2C8E-9D32-E0E493DAA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2BF5C7-3E4A-3542-B980-0D53C9DEA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53BB3E-5DE5-20FC-0E8D-B7987920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4EEFBA-FABC-8B08-C118-ABB818144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EA1FE25-91DB-A430-5CB9-0E91B4AA1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86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9C6448-FA74-95B6-9A6C-E0C6E29EE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0B147E-4438-4580-1509-FDDE12393D5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01D71F-0215-99A2-AF2E-05F0B2E2B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B79A73-6F67-40E4-7ACF-806EB9CF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18AE0-9BBF-B89C-7827-814B2D34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AEC1EA-DC9D-407F-88AA-D9D42951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93557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CAA3E-09B9-1196-C7FE-800807CE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B27201-10F0-36C7-E3B2-9C1C3B0EB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C87A3-C2AD-610E-36D6-6B343265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C32FC3-7F14-F3BC-E853-8E42D2C38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B5A8D7-775A-72BE-7305-E09578B9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41539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94444F-5E90-FB15-E777-D2B27C25F6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33A14B-D5F9-59D7-19B9-276D00348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CED0C7-DB7F-EBD5-5E88-555A83357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F37B6-6153-5678-5BD3-1B2E4546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A865C3-DA6F-E721-08B9-329BED857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7189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23B6A3C-3D6B-248F-F95C-8E65B258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787927-6777-5FD9-6F4F-5F9A04D86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30E95E-CDAD-D164-5373-C88E52C8C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D2E6-A99F-4906-84B8-3FB63BFF8DD5}" type="datetimeFigureOut">
              <a:rPr lang="es-PE" smtClean="0"/>
              <a:t>19/10/2026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F75A03-44F2-0592-9D70-14C51DCD44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203E3C-0D5F-9296-C1B1-1C21936E5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2382DD-B8A5-4601-90B1-8AC9125395D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5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354D9B3-99F8-99AE-6CD4-E5DDEA994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4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7385-05B9-E2D4-D40F-5F69836D8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269B9E-C4C8-94A8-1D91-DCDD5AC4A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8965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68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427E5-FF98-2C50-6B4C-74079695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4BD5CE-51F9-2A09-A560-4C5694A1D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1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2681-AB95-3E2E-689D-E70B0DC6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98C23C-07ED-BD42-A2CB-5B760641D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27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3B97-413C-C058-66F1-21B40DF17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DB0246-5121-1B27-46B9-58970116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1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046B-D09D-BF9B-5469-328C53ABB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E8E631-92E6-7A68-91DA-AECD8C217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274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DA74B-3680-EEBF-CFB8-7E0F40F72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3C25EA-2861-B227-E4CA-01861A18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71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16AA-0267-9D1A-D614-406C73E2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FE0797-3E8A-7E12-9FFF-BD2B7BCB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67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1B472-D507-2CD6-601C-8FC24BD6E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6D96BA-0149-703B-8A2E-F698C43F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0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A7A2-A23C-937E-0CD1-50C611FB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18BC7AD-9719-D356-53E7-660D527D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8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4B3D-B6C9-C8DA-3B01-C803D03B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3FC69FA-F217-9B69-E79B-F4CA82B0B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5992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Miguel Salinas Ponce</dc:creator>
  <cp:lastModifiedBy>Juan Miguel Salinas Ponce</cp:lastModifiedBy>
  <cp:revision>1</cp:revision>
  <dcterms:created xsi:type="dcterms:W3CDTF">2026-10-19T21:44:29Z</dcterms:created>
  <dcterms:modified xsi:type="dcterms:W3CDTF">2026-10-19T22:06:48Z</dcterms:modified>
</cp:coreProperties>
</file>