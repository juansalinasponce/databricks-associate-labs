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75" d="100"/>
          <a:sy n="75" d="100"/>
        </p:scale>
        <p:origin x="7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1727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57"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400" y="647700"/>
            <a:ext cx="18288000" cy="9395002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2" b="-1"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00"/>
            <a:ext cx="18278283" cy="93726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756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65200"/>
            <a:ext cx="18288000" cy="93272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348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933" y="914400"/>
            <a:ext cx="18278283" cy="93726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756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933" y="647700"/>
            <a:ext cx="18288000" cy="9411936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5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7700"/>
            <a:ext cx="18288000" cy="9344202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48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65200"/>
            <a:ext cx="18288000" cy="93272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348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32933"/>
            <a:ext cx="18288000" cy="9259536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55" b="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17" y="723900"/>
            <a:ext cx="18278283" cy="9254067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62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67" y="1028700"/>
            <a:ext cx="18278283" cy="92583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1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Presentación_Sesión11</dc:title>
  <cp:lastModifiedBy>Juan Miguel Salinas Ponce</cp:lastModifiedBy>
  <cp:revision>2</cp:revision>
  <dcterms:created xsi:type="dcterms:W3CDTF">2006-08-16T00:00:00Z</dcterms:created>
  <dcterms:modified xsi:type="dcterms:W3CDTF">2026-10-26T23:55:12Z</dcterms:modified>
  <dc:identifier>DAHZJCnZDsc</dc:identifier>
</cp:coreProperties>
</file>