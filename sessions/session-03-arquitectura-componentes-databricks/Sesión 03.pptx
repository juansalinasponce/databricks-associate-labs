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Default Extension="Z18_NH4A1242MG2V50QO45G2A414H7-d5045602-77de-4e4b-b08e-bf308b2ef8ad-nztldgj"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media/image18.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60" r:id="rId3"/>
    <p:sldId id="265" r:id="rId4"/>
    <p:sldId id="326" r:id="rId5"/>
    <p:sldId id="356" r:id="rId6"/>
    <p:sldId id="358" r:id="rId7"/>
    <p:sldId id="329" r:id="rId8"/>
    <p:sldId id="261" r:id="rId9"/>
    <p:sldId id="262" r:id="rId10"/>
    <p:sldId id="330" r:id="rId11"/>
    <p:sldId id="335" r:id="rId12"/>
    <p:sldId id="331" r:id="rId13"/>
    <p:sldId id="266" r:id="rId14"/>
    <p:sldId id="267" r:id="rId15"/>
    <p:sldId id="268" r:id="rId16"/>
    <p:sldId id="269" r:id="rId17"/>
    <p:sldId id="270" r:id="rId18"/>
    <p:sldId id="332" r:id="rId19"/>
    <p:sldId id="328" r:id="rId20"/>
    <p:sldId id="263" r:id="rId21"/>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5F80"/>
    <a:srgbClr val="FCFEFB"/>
    <a:srgbClr val="0165FE"/>
    <a:srgbClr val="00E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20" autoAdjust="0"/>
    <p:restoredTop sz="94628"/>
  </p:normalViewPr>
  <p:slideViewPr>
    <p:cSldViewPr snapToGrid="0">
      <p:cViewPr varScale="1">
        <p:scale>
          <a:sx n="89" d="100"/>
          <a:sy n="89" d="100"/>
        </p:scale>
        <p:origin x="200"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7DA533-BFA2-2F4F-9639-D9CE0517BCD7}" type="datetimeFigureOut">
              <a:rPr lang="es-CL" smtClean="0"/>
              <a:t>23-09-26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699827-1AF2-4C4C-ADB0-B7063890D2FD}" type="slidenum">
              <a:rPr lang="es-CL" smtClean="0"/>
              <a:t>‹Nº›</a:t>
            </a:fld>
            <a:endParaRPr lang="es-CL"/>
          </a:p>
        </p:txBody>
      </p:sp>
    </p:spTree>
    <p:extLst>
      <p:ext uri="{BB962C8B-B14F-4D97-AF65-F5344CB8AC3E}">
        <p14:creationId xmlns:p14="http://schemas.microsoft.com/office/powerpoint/2010/main" val="1550894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94CA76-C628-3965-1246-9981BF76CF4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02C0F748-918C-FD8B-D5CE-9F5CCDEB0C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2A1CA4A4-352A-8D1C-85C5-81CEB1D8740B}"/>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5" name="Marcador de pie de página 4">
            <a:extLst>
              <a:ext uri="{FF2B5EF4-FFF2-40B4-BE49-F238E27FC236}">
                <a16:creationId xmlns:a16="http://schemas.microsoft.com/office/drawing/2014/main" id="{1384008E-3EC5-91A1-92FB-0A1C8B3C05A9}"/>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0381673-85DE-DE17-5106-26BD943C2507}"/>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1802022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208914-3397-86C9-0E64-84AA5E8BB18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C249957-43E8-4583-3B99-9EF4FD4D447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0B556EF0-7EB1-1EBD-DCD7-86B7B42C6048}"/>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5" name="Marcador de pie de página 4">
            <a:extLst>
              <a:ext uri="{FF2B5EF4-FFF2-40B4-BE49-F238E27FC236}">
                <a16:creationId xmlns:a16="http://schemas.microsoft.com/office/drawing/2014/main" id="{EE4B0777-1BA8-A953-1244-417EC7AAF7BF}"/>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DD86DE1C-7BFF-C080-B275-7E0E968B1202}"/>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2029736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76AE36-51B8-1BCF-5E3F-ED5328B5CD4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111CAC3D-D6F9-6AE5-C526-FA6259B37B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0D7C410-8043-1FC0-79E3-155ADF1E6931}"/>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5" name="Marcador de pie de página 4">
            <a:extLst>
              <a:ext uri="{FF2B5EF4-FFF2-40B4-BE49-F238E27FC236}">
                <a16:creationId xmlns:a16="http://schemas.microsoft.com/office/drawing/2014/main" id="{3A73544E-C118-F000-69C3-0DCD63D07532}"/>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F41D90E4-26D2-B42E-81F1-1F1049C26681}"/>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4035676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0CC2E1-CFC4-F263-942A-D48342440857}"/>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A2D5DF25-589E-CAF5-1EC1-94FA632AF31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BDF9E3BB-54EF-58BF-948C-0009CCFE7E2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18919AAE-6E84-3DB8-87DB-8ABD1A1EF882}"/>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6" name="Marcador de pie de página 5">
            <a:extLst>
              <a:ext uri="{FF2B5EF4-FFF2-40B4-BE49-F238E27FC236}">
                <a16:creationId xmlns:a16="http://schemas.microsoft.com/office/drawing/2014/main" id="{8453958A-5C66-E512-C8B7-EE9478AF9E4D}"/>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4A86341-4D0B-723D-5B56-5B1E387DF379}"/>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3227745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5BEDEF-5C78-14A3-2FA9-0C987D9228D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F8809E8-992A-F1DA-2B42-7D065AADE1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0433712-7FA9-9968-5C34-7A2081F8640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A8AB3E84-E7B7-0B26-646E-9DF0874711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7B8C2A3-689C-64CC-F0B4-377101CC710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700A0C1-BE0E-3733-E266-005CB67760B4}"/>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8" name="Marcador de pie de página 7">
            <a:extLst>
              <a:ext uri="{FF2B5EF4-FFF2-40B4-BE49-F238E27FC236}">
                <a16:creationId xmlns:a16="http://schemas.microsoft.com/office/drawing/2014/main" id="{C0C5FAB1-B39E-ADB8-E990-A10B0F3502FF}"/>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E11B6C0-7B8A-B76F-C07C-A7084DA15895}"/>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1848779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FB12A7-88E4-A8D6-E5A7-C8C5F64F333E}"/>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8A7044FE-BFDE-5E7B-9251-4262E3178A58}"/>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4" name="Marcador de pie de página 3">
            <a:extLst>
              <a:ext uri="{FF2B5EF4-FFF2-40B4-BE49-F238E27FC236}">
                <a16:creationId xmlns:a16="http://schemas.microsoft.com/office/drawing/2014/main" id="{95AEE08F-D41A-E367-4F39-03515EE14937}"/>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97025124-CFB0-E196-78C6-AFBBBD152F34}"/>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3524577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1BC693B-A420-7F81-9FBB-2B40BBE482E2}"/>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3" name="Marcador de pie de página 2">
            <a:extLst>
              <a:ext uri="{FF2B5EF4-FFF2-40B4-BE49-F238E27FC236}">
                <a16:creationId xmlns:a16="http://schemas.microsoft.com/office/drawing/2014/main" id="{39204886-4A32-45D4-BC0A-5D00FBF3D9D7}"/>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63C7E7AF-A687-8C5E-719A-5AD7F2E2A97A}"/>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1004312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5B5053-F1B7-1CAB-F33B-A7FA09FC1D6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12D168A6-ED4F-0F3E-E268-D57AA19593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A86E858F-810F-DFFA-FC8F-944E42C07B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843541B-C48D-87D2-5463-315EC97E4DBE}"/>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6" name="Marcador de pie de página 5">
            <a:extLst>
              <a:ext uri="{FF2B5EF4-FFF2-40B4-BE49-F238E27FC236}">
                <a16:creationId xmlns:a16="http://schemas.microsoft.com/office/drawing/2014/main" id="{0375D1D8-6AE1-C9FB-941A-6DD151BF5EB0}"/>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C726DFC5-E0B6-AFF1-D67F-3FF503D54E67}"/>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1386615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D6F7B4-57CE-D11C-C6AB-6305F3C71E9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2BA7CE66-F31C-1B1C-4009-AD5C721690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921A203E-0ECE-7B79-40E2-B4F4F8DB27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BCFC8F7-FCD4-6425-FF84-0AA7D19F91A1}"/>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6" name="Marcador de pie de página 5">
            <a:extLst>
              <a:ext uri="{FF2B5EF4-FFF2-40B4-BE49-F238E27FC236}">
                <a16:creationId xmlns:a16="http://schemas.microsoft.com/office/drawing/2014/main" id="{F75114CA-DEC4-31F8-20FF-309BCD8C50E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65CF5A4E-77A8-BE72-06D3-E09F816B3AA4}"/>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1775965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539872-A507-7A17-AA0B-A1BC0DFAB4DD}"/>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76FCE623-8892-BF39-D996-86A48B6D677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CDD8B2AA-79E8-A791-F71F-585F9C9FF662}"/>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5" name="Marcador de pie de página 4">
            <a:extLst>
              <a:ext uri="{FF2B5EF4-FFF2-40B4-BE49-F238E27FC236}">
                <a16:creationId xmlns:a16="http://schemas.microsoft.com/office/drawing/2014/main" id="{571CBE4C-A627-9470-45FA-FBE3809BF3A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D0EDE32-18F2-CA43-92BF-780FB6E1A15C}"/>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2126722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3D4F70C-028F-1A40-1FFE-2EB490255AF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DE684F7A-2EEF-2C1A-4FF1-F9EF94B01C8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AEF77440-C97D-24B2-2515-66B2C8A0A539}"/>
              </a:ext>
            </a:extLst>
          </p:cNvPr>
          <p:cNvSpPr>
            <a:spLocks noGrp="1"/>
          </p:cNvSpPr>
          <p:nvPr>
            <p:ph type="dt" sz="half" idx="10"/>
          </p:nvPr>
        </p:nvSpPr>
        <p:spPr/>
        <p:txBody>
          <a:bodyPr/>
          <a:lstStyle/>
          <a:p>
            <a:fld id="{37939117-CC5E-4A69-B74D-6D75A437BDCD}" type="datetimeFigureOut">
              <a:rPr lang="es-PE" smtClean="0"/>
              <a:t>23/09/26</a:t>
            </a:fld>
            <a:endParaRPr lang="es-PE"/>
          </a:p>
        </p:txBody>
      </p:sp>
      <p:sp>
        <p:nvSpPr>
          <p:cNvPr id="5" name="Marcador de pie de página 4">
            <a:extLst>
              <a:ext uri="{FF2B5EF4-FFF2-40B4-BE49-F238E27FC236}">
                <a16:creationId xmlns:a16="http://schemas.microsoft.com/office/drawing/2014/main" id="{3AF0739D-0685-51DB-63E8-4C544AEC6145}"/>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F8351BEE-3993-AAEC-37E5-35484EA0CB94}"/>
              </a:ext>
            </a:extLst>
          </p:cNvPr>
          <p:cNvSpPr>
            <a:spLocks noGrp="1"/>
          </p:cNvSpPr>
          <p:nvPr>
            <p:ph type="sldNum" sz="quarter" idx="12"/>
          </p:nvPr>
        </p:nvSpPr>
        <p:spPr/>
        <p:txBody>
          <a:bodyPr/>
          <a:lstStyle/>
          <a:p>
            <a:fld id="{D3E7DC33-B034-4350-B786-3C93802ED6F0}" type="slidenum">
              <a:rPr lang="es-PE" smtClean="0"/>
              <a:t>‹Nº›</a:t>
            </a:fld>
            <a:endParaRPr lang="es-PE"/>
          </a:p>
        </p:txBody>
      </p:sp>
    </p:spTree>
    <p:extLst>
      <p:ext uri="{BB962C8B-B14F-4D97-AF65-F5344CB8AC3E}">
        <p14:creationId xmlns:p14="http://schemas.microsoft.com/office/powerpoint/2010/main" val="2932142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100" b="1" i="0">
                <a:solidFill>
                  <a:srgbClr val="E27712"/>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161956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D5A9FEF-270A-E766-EF16-BB3E891805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4AF4FCEC-D735-2EBF-AA4B-0D13F892DE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743A9AF4-4C5B-CE38-B382-B0DE8AB21B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939117-CC5E-4A69-B74D-6D75A437BDCD}" type="datetimeFigureOut">
              <a:rPr lang="es-PE" smtClean="0"/>
              <a:t>23/09/26</a:t>
            </a:fld>
            <a:endParaRPr lang="es-PE"/>
          </a:p>
        </p:txBody>
      </p:sp>
      <p:sp>
        <p:nvSpPr>
          <p:cNvPr id="5" name="Marcador de pie de página 4">
            <a:extLst>
              <a:ext uri="{FF2B5EF4-FFF2-40B4-BE49-F238E27FC236}">
                <a16:creationId xmlns:a16="http://schemas.microsoft.com/office/drawing/2014/main" id="{BF8C5546-1CC8-53E3-AAEF-7AD22C58DF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CC8F8807-36BC-9F03-DD41-B0AA62F72C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E7DC33-B034-4350-B786-3C93802ED6F0}" type="slidenum">
              <a:rPr lang="es-PE" smtClean="0"/>
              <a:t>‹Nº›</a:t>
            </a:fld>
            <a:endParaRPr lang="es-PE"/>
          </a:p>
        </p:txBody>
      </p:sp>
    </p:spTree>
    <p:extLst>
      <p:ext uri="{BB962C8B-B14F-4D97-AF65-F5344CB8AC3E}">
        <p14:creationId xmlns:p14="http://schemas.microsoft.com/office/powerpoint/2010/main" val="422630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Z18_NH4A1242MG2V50QO45G2A414H7-d5045602-77de-4e4b-b08e-bf308b2ef8ad-nztldgj"/><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prenderbigdata.com/amazon-s3/"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Patrón de fondo&#10;&#10;Descripción generada automáticamente">
            <a:extLst>
              <a:ext uri="{FF2B5EF4-FFF2-40B4-BE49-F238E27FC236}">
                <a16:creationId xmlns:a16="http://schemas.microsoft.com/office/drawing/2014/main" id="{128E963C-DD2A-A76A-055A-A6C6504223A3}"/>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CuadroTexto 5">
            <a:extLst>
              <a:ext uri="{FF2B5EF4-FFF2-40B4-BE49-F238E27FC236}">
                <a16:creationId xmlns:a16="http://schemas.microsoft.com/office/drawing/2014/main" id="{AEA5813B-9113-358B-A2D1-C1040012E1E3}"/>
              </a:ext>
            </a:extLst>
          </p:cNvPr>
          <p:cNvSpPr txBox="1"/>
          <p:nvPr/>
        </p:nvSpPr>
        <p:spPr>
          <a:xfrm>
            <a:off x="1596760" y="3527338"/>
            <a:ext cx="8454683" cy="707886"/>
          </a:xfrm>
          <a:prstGeom prst="rect">
            <a:avLst/>
          </a:prstGeom>
          <a:noFill/>
        </p:spPr>
        <p:txBody>
          <a:bodyPr wrap="square" rtlCol="0">
            <a:spAutoFit/>
          </a:bodyPr>
          <a:lstStyle/>
          <a:p>
            <a:pPr algn="ctr"/>
            <a:r>
              <a:rPr lang="es-PE" sz="4000" dirty="0">
                <a:solidFill>
                  <a:srgbClr val="00EDFF"/>
                </a:solidFill>
                <a:latin typeface="Akhand-Black" panose="00000A00000000000000" pitchFamily="50" charset="0"/>
              </a:rPr>
              <a:t>Sesión 3</a:t>
            </a:r>
          </a:p>
        </p:txBody>
      </p:sp>
      <p:sp>
        <p:nvSpPr>
          <p:cNvPr id="7" name="CuadroTexto 6">
            <a:extLst>
              <a:ext uri="{FF2B5EF4-FFF2-40B4-BE49-F238E27FC236}">
                <a16:creationId xmlns:a16="http://schemas.microsoft.com/office/drawing/2014/main" id="{04CAC12C-068C-CBC7-8FAE-580A326E315E}"/>
              </a:ext>
            </a:extLst>
          </p:cNvPr>
          <p:cNvSpPr txBox="1"/>
          <p:nvPr/>
        </p:nvSpPr>
        <p:spPr>
          <a:xfrm>
            <a:off x="3452011" y="5153806"/>
            <a:ext cx="5111158" cy="830997"/>
          </a:xfrm>
          <a:prstGeom prst="rect">
            <a:avLst/>
          </a:prstGeom>
          <a:noFill/>
        </p:spPr>
        <p:txBody>
          <a:bodyPr wrap="square" rtlCol="0">
            <a:spAutoFit/>
          </a:bodyPr>
          <a:lstStyle/>
          <a:p>
            <a:pPr algn="ctr"/>
            <a:r>
              <a:rPr lang="es-PE" sz="2400" b="1" dirty="0">
                <a:solidFill>
                  <a:schemeClr val="bg1"/>
                </a:solidFill>
                <a:latin typeface="Geometria" panose="020B0403020204020204" pitchFamily="34" charset="0"/>
              </a:rPr>
              <a:t>Capacitación Corporativa</a:t>
            </a:r>
          </a:p>
          <a:p>
            <a:endParaRPr lang="es-PE" sz="2400" b="1" dirty="0">
              <a:solidFill>
                <a:schemeClr val="bg1"/>
              </a:solidFill>
              <a:latin typeface="Geometria" panose="020B0403020204020204" pitchFamily="34" charset="0"/>
            </a:endParaRPr>
          </a:p>
        </p:txBody>
      </p:sp>
      <p:sp>
        <p:nvSpPr>
          <p:cNvPr id="8" name="CuadroTexto 7">
            <a:extLst>
              <a:ext uri="{FF2B5EF4-FFF2-40B4-BE49-F238E27FC236}">
                <a16:creationId xmlns:a16="http://schemas.microsoft.com/office/drawing/2014/main" id="{92B39128-D694-4065-8565-446730DC7A0C}"/>
              </a:ext>
            </a:extLst>
          </p:cNvPr>
          <p:cNvSpPr txBox="1"/>
          <p:nvPr/>
        </p:nvSpPr>
        <p:spPr>
          <a:xfrm>
            <a:off x="2830473" y="4457264"/>
            <a:ext cx="6126480" cy="430887"/>
          </a:xfrm>
          <a:prstGeom prst="rect">
            <a:avLst/>
          </a:prstGeom>
          <a:noFill/>
        </p:spPr>
        <p:txBody>
          <a:bodyPr wrap="square">
            <a:spAutoFit/>
          </a:bodyPr>
          <a:lstStyle/>
          <a:p>
            <a:pPr algn="ctr"/>
            <a:r>
              <a:rPr lang="es-PE" sz="2200" dirty="0">
                <a:solidFill>
                  <a:schemeClr val="bg1"/>
                </a:solidFill>
                <a:latin typeface="Akhand-Black" panose="00000A00000000000000" pitchFamily="50" charset="0"/>
              </a:rPr>
              <a:t>Docente: Juan Salinas</a:t>
            </a:r>
          </a:p>
        </p:txBody>
      </p:sp>
      <p:sp>
        <p:nvSpPr>
          <p:cNvPr id="9" name="CuadroTexto 8">
            <a:extLst>
              <a:ext uri="{FF2B5EF4-FFF2-40B4-BE49-F238E27FC236}">
                <a16:creationId xmlns:a16="http://schemas.microsoft.com/office/drawing/2014/main" id="{DA1FDD6F-30BB-46E7-96FD-354703110466}"/>
              </a:ext>
            </a:extLst>
          </p:cNvPr>
          <p:cNvSpPr txBox="1"/>
          <p:nvPr/>
        </p:nvSpPr>
        <p:spPr>
          <a:xfrm>
            <a:off x="1767989" y="1808294"/>
            <a:ext cx="7528412" cy="2123658"/>
          </a:xfrm>
          <a:prstGeom prst="rect">
            <a:avLst/>
          </a:prstGeom>
          <a:noFill/>
        </p:spPr>
        <p:txBody>
          <a:bodyPr wrap="square" rtlCol="0">
            <a:spAutoFit/>
          </a:bodyPr>
          <a:lstStyle/>
          <a:p>
            <a:pPr algn="ctr"/>
            <a:r>
              <a:rPr lang="es-ES" sz="4800" b="1" dirty="0">
                <a:solidFill>
                  <a:schemeClr val="bg1"/>
                </a:solidFill>
                <a:latin typeface="Aptos Narrow"/>
              </a:rPr>
              <a:t>Especialización en </a:t>
            </a:r>
          </a:p>
          <a:p>
            <a:pPr algn="ctr"/>
            <a:r>
              <a:rPr lang="es-ES" sz="4800" b="1" dirty="0">
                <a:solidFill>
                  <a:schemeClr val="bg1"/>
                </a:solidFill>
                <a:latin typeface="Aptos Narrow"/>
              </a:rPr>
              <a:t>          </a:t>
            </a:r>
            <a:r>
              <a:rPr lang="es-ES" sz="4800" b="1" dirty="0" err="1">
                <a:solidFill>
                  <a:schemeClr val="bg1"/>
                </a:solidFill>
                <a:latin typeface="Aptos Narrow"/>
              </a:rPr>
              <a:t>Databricks</a:t>
            </a:r>
            <a:r>
              <a:rPr lang="es-ES" sz="4800" b="1" dirty="0">
                <a:solidFill>
                  <a:schemeClr val="bg1"/>
                </a:solidFill>
                <a:latin typeface="Aptos Narrow"/>
              </a:rPr>
              <a:t> </a:t>
            </a:r>
            <a:r>
              <a:rPr lang="es-ES" sz="4800" b="1" dirty="0" err="1">
                <a:solidFill>
                  <a:schemeClr val="bg1"/>
                </a:solidFill>
                <a:latin typeface="Aptos Narrow"/>
              </a:rPr>
              <a:t>Associate</a:t>
            </a:r>
            <a:r>
              <a:rPr lang="es-ES" sz="3600" b="1" i="0" dirty="0">
                <a:solidFill>
                  <a:schemeClr val="bg1"/>
                </a:solidFill>
                <a:effectLst/>
                <a:latin typeface="Aptos Narrow"/>
              </a:rPr>
              <a:t>			</a:t>
            </a:r>
            <a:endParaRPr lang="es-PE" sz="5400" b="1" dirty="0">
              <a:solidFill>
                <a:schemeClr val="bg1"/>
              </a:solidFill>
              <a:latin typeface="Akhand-Black" panose="00000A00000000000000" pitchFamily="50" charset="0"/>
            </a:endParaRPr>
          </a:p>
        </p:txBody>
      </p:sp>
      <p:pic>
        <p:nvPicPr>
          <p:cNvPr id="2" name="Imagen 1">
            <a:extLst>
              <a:ext uri="{FF2B5EF4-FFF2-40B4-BE49-F238E27FC236}">
                <a16:creationId xmlns:a16="http://schemas.microsoft.com/office/drawing/2014/main" id="{D2E8C387-2A3E-FE3E-8A2A-8054AB23AEAB}"/>
              </a:ext>
            </a:extLst>
          </p:cNvPr>
          <p:cNvPicPr>
            <a:picLocks noChangeAspect="1"/>
          </p:cNvPicPr>
          <p:nvPr/>
        </p:nvPicPr>
        <p:blipFill>
          <a:blip r:embed="rId3"/>
          <a:stretch>
            <a:fillRect/>
          </a:stretch>
        </p:blipFill>
        <p:spPr>
          <a:xfrm>
            <a:off x="5018203" y="5800399"/>
            <a:ext cx="1929007" cy="754829"/>
          </a:xfrm>
          <a:prstGeom prst="rect">
            <a:avLst/>
          </a:prstGeom>
        </p:spPr>
      </p:pic>
    </p:spTree>
    <p:extLst>
      <p:ext uri="{BB962C8B-B14F-4D97-AF65-F5344CB8AC3E}">
        <p14:creationId xmlns:p14="http://schemas.microsoft.com/office/powerpoint/2010/main" val="1273250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uadroTexto 17">
            <a:extLst>
              <a:ext uri="{FF2B5EF4-FFF2-40B4-BE49-F238E27FC236}">
                <a16:creationId xmlns:a16="http://schemas.microsoft.com/office/drawing/2014/main" id="{12C17C13-81DC-4F6A-81C8-5DDFE4EF4AA6}"/>
              </a:ext>
            </a:extLst>
          </p:cNvPr>
          <p:cNvSpPr txBox="1"/>
          <p:nvPr/>
        </p:nvSpPr>
        <p:spPr>
          <a:xfrm>
            <a:off x="444333" y="811162"/>
            <a:ext cx="5651667" cy="615553"/>
          </a:xfrm>
          <a:prstGeom prst="rect">
            <a:avLst/>
          </a:prstGeom>
          <a:noFill/>
        </p:spPr>
        <p:txBody>
          <a:bodyPr wrap="square" rtlCol="0">
            <a:spAutoFit/>
          </a:bodyPr>
          <a:lstStyle/>
          <a:p>
            <a:r>
              <a:rPr lang="es-PE" sz="3400" dirty="0">
                <a:solidFill>
                  <a:srgbClr val="0165FE"/>
                </a:solidFill>
                <a:latin typeface="Akhand-Black" panose="00000A00000000000000" pitchFamily="50" charset="0"/>
              </a:rPr>
              <a:t>Acuerdos para la sesión:</a:t>
            </a:r>
          </a:p>
        </p:txBody>
      </p:sp>
      <p:sp>
        <p:nvSpPr>
          <p:cNvPr id="4" name="Rectangle 1">
            <a:extLst>
              <a:ext uri="{FF2B5EF4-FFF2-40B4-BE49-F238E27FC236}">
                <a16:creationId xmlns:a16="http://schemas.microsoft.com/office/drawing/2014/main" id="{8DFECC36-6C75-498D-B9A6-62D73A20D009}"/>
              </a:ext>
            </a:extLst>
          </p:cNvPr>
          <p:cNvSpPr>
            <a:spLocks noChangeArrowheads="1"/>
          </p:cNvSpPr>
          <p:nvPr/>
        </p:nvSpPr>
        <p:spPr bwMode="auto">
          <a:xfrm>
            <a:off x="1784555" y="1819004"/>
            <a:ext cx="924723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indent="0" fontAlgn="base">
              <a:lnSpc>
                <a:spcPct val="100000"/>
              </a:lnSpc>
              <a:spcBef>
                <a:spcPct val="0"/>
              </a:spcBef>
              <a:spcAft>
                <a:spcPct val="0"/>
              </a:spcAft>
              <a:buClrTx/>
              <a:buSzTx/>
              <a:buFontTx/>
              <a:buChar char="•"/>
              <a:tabLst/>
            </a:pPr>
            <a:r>
              <a:rPr lang="es-PE" altLang="es-PE" sz="2000" dirty="0">
                <a:solidFill>
                  <a:srgbClr val="4B5F80"/>
                </a:solidFill>
                <a:latin typeface="Panton" panose="00000500000000000000" pitchFamily="50" charset="0"/>
              </a:rPr>
              <a:t>⏰ </a:t>
            </a:r>
            <a:r>
              <a:rPr lang="es-PE" altLang="es-PE" sz="2000" b="1" dirty="0">
                <a:solidFill>
                  <a:srgbClr val="4B5F80"/>
                </a:solidFill>
                <a:latin typeface="Panton" panose="00000500000000000000" pitchFamily="50" charset="0"/>
              </a:rPr>
              <a:t>Puntualidad</a:t>
            </a:r>
            <a:br>
              <a:rPr lang="es-PE" altLang="es-PE" sz="2000" dirty="0">
                <a:solidFill>
                  <a:srgbClr val="4B5F80"/>
                </a:solidFill>
                <a:latin typeface="Panton" panose="00000500000000000000" pitchFamily="50" charset="0"/>
              </a:rPr>
            </a:br>
            <a:r>
              <a:rPr lang="es-PE" altLang="es-PE" sz="2000" dirty="0">
                <a:solidFill>
                  <a:srgbClr val="4B5F80"/>
                </a:solidFill>
                <a:latin typeface="Panton" panose="00000500000000000000" pitchFamily="50" charset="0"/>
              </a:rPr>
              <a:t>Se requiere puntualidad para un mejor desarrollo del curso.</a:t>
            </a:r>
          </a:p>
          <a:p>
            <a:pPr marR="0" lvl="0" indent="0" fontAlgn="base">
              <a:lnSpc>
                <a:spcPct val="100000"/>
              </a:lnSpc>
              <a:spcBef>
                <a:spcPct val="0"/>
              </a:spcBef>
              <a:spcAft>
                <a:spcPct val="0"/>
              </a:spcAft>
              <a:buClrTx/>
              <a:buSzTx/>
              <a:buFontTx/>
              <a:buChar char="•"/>
              <a:tabLst/>
            </a:pPr>
            <a:endParaRPr lang="es-PE" altLang="es-PE" sz="2000" dirty="0">
              <a:solidFill>
                <a:srgbClr val="4B5F80"/>
              </a:solidFill>
              <a:latin typeface="Panton" panose="00000500000000000000" pitchFamily="50" charset="0"/>
            </a:endParaRPr>
          </a:p>
          <a:p>
            <a:pPr marR="0" lvl="0" indent="0" fontAlgn="base">
              <a:lnSpc>
                <a:spcPct val="100000"/>
              </a:lnSpc>
              <a:spcBef>
                <a:spcPct val="0"/>
              </a:spcBef>
              <a:spcAft>
                <a:spcPct val="0"/>
              </a:spcAft>
              <a:buClrTx/>
              <a:buSzTx/>
              <a:buFontTx/>
              <a:buChar char="•"/>
              <a:tabLst/>
            </a:pPr>
            <a:r>
              <a:rPr lang="es-PE" altLang="es-PE" sz="2000" dirty="0">
                <a:solidFill>
                  <a:srgbClr val="4B5F80"/>
                </a:solidFill>
                <a:latin typeface="Panton" panose="00000500000000000000" pitchFamily="50" charset="0"/>
              </a:rPr>
              <a:t>📵 </a:t>
            </a:r>
            <a:r>
              <a:rPr lang="es-PE" altLang="es-PE" sz="2000" b="1" dirty="0">
                <a:solidFill>
                  <a:srgbClr val="4B5F80"/>
                </a:solidFill>
                <a:latin typeface="Panton" panose="00000500000000000000" pitchFamily="50" charset="0"/>
              </a:rPr>
              <a:t>Celulares o Micrófonos en silencio</a:t>
            </a:r>
            <a:br>
              <a:rPr lang="es-PE" altLang="es-PE" sz="2000" dirty="0">
                <a:solidFill>
                  <a:srgbClr val="4B5F80"/>
                </a:solidFill>
                <a:latin typeface="Panton" panose="00000500000000000000" pitchFamily="50" charset="0"/>
              </a:rPr>
            </a:br>
            <a:r>
              <a:rPr lang="es-PE" altLang="es-PE" sz="2000" dirty="0">
                <a:solidFill>
                  <a:srgbClr val="4B5F80"/>
                </a:solidFill>
                <a:latin typeface="Panton" panose="00000500000000000000" pitchFamily="50" charset="0"/>
              </a:rPr>
              <a:t>Es necesario que los celulares o Micrófonos permanezcan en silencio durante la clase para no interrumpir la sesión.</a:t>
            </a:r>
          </a:p>
          <a:p>
            <a:pPr marR="0" lvl="0" indent="0" fontAlgn="base">
              <a:lnSpc>
                <a:spcPct val="100000"/>
              </a:lnSpc>
              <a:spcBef>
                <a:spcPct val="0"/>
              </a:spcBef>
              <a:spcAft>
                <a:spcPct val="0"/>
              </a:spcAft>
              <a:buClrTx/>
              <a:buSzTx/>
              <a:buFontTx/>
              <a:buChar char="•"/>
              <a:tabLst/>
            </a:pPr>
            <a:endParaRPr lang="es-PE" altLang="es-PE" sz="2000" dirty="0">
              <a:solidFill>
                <a:srgbClr val="4B5F80"/>
              </a:solidFill>
              <a:latin typeface="Panton" panose="00000500000000000000" pitchFamily="50" charset="0"/>
            </a:endParaRPr>
          </a:p>
          <a:p>
            <a:pPr marR="0" lvl="0" indent="0" fontAlgn="base">
              <a:lnSpc>
                <a:spcPct val="100000"/>
              </a:lnSpc>
              <a:spcBef>
                <a:spcPct val="0"/>
              </a:spcBef>
              <a:spcAft>
                <a:spcPct val="0"/>
              </a:spcAft>
              <a:buClrTx/>
              <a:buSzTx/>
              <a:buFontTx/>
              <a:buChar char="•"/>
              <a:tabLst/>
            </a:pPr>
            <a:r>
              <a:rPr lang="es-PE" altLang="es-PE" sz="2000" dirty="0">
                <a:solidFill>
                  <a:srgbClr val="4B5F80"/>
                </a:solidFill>
                <a:latin typeface="Panton" panose="00000500000000000000" pitchFamily="50" charset="0"/>
              </a:rPr>
              <a:t>❓ </a:t>
            </a:r>
            <a:r>
              <a:rPr lang="es-PE" altLang="es-PE" sz="2000" b="1" dirty="0">
                <a:solidFill>
                  <a:srgbClr val="4B5F80"/>
                </a:solidFill>
                <a:latin typeface="Panton" panose="00000500000000000000" pitchFamily="50" charset="0"/>
              </a:rPr>
              <a:t>Preguntas y consultas</a:t>
            </a:r>
            <a:br>
              <a:rPr lang="es-PE" altLang="es-PE" sz="2000" dirty="0">
                <a:solidFill>
                  <a:srgbClr val="4B5F80"/>
                </a:solidFill>
                <a:latin typeface="Panton" panose="00000500000000000000" pitchFamily="50" charset="0"/>
              </a:rPr>
            </a:br>
            <a:r>
              <a:rPr lang="es-PE" altLang="es-PE" sz="2000" dirty="0">
                <a:solidFill>
                  <a:srgbClr val="4B5F80"/>
                </a:solidFill>
                <a:latin typeface="Panton" panose="00000500000000000000" pitchFamily="50" charset="0"/>
              </a:rPr>
              <a:t>Las preguntas pueden realizarse en cualquier momento. Las consultas muy particulares se revisarán al final de la clase.</a:t>
            </a:r>
          </a:p>
          <a:p>
            <a:pPr marR="0" lvl="0" indent="0" fontAlgn="base">
              <a:lnSpc>
                <a:spcPct val="100000"/>
              </a:lnSpc>
              <a:spcBef>
                <a:spcPct val="0"/>
              </a:spcBef>
              <a:spcAft>
                <a:spcPct val="0"/>
              </a:spcAft>
              <a:buClrTx/>
              <a:buSzTx/>
              <a:buFontTx/>
              <a:buChar char="•"/>
              <a:tabLst/>
            </a:pPr>
            <a:endParaRPr lang="es-PE" altLang="es-PE" sz="2000" dirty="0">
              <a:solidFill>
                <a:srgbClr val="4B5F80"/>
              </a:solidFill>
              <a:latin typeface="Panton" panose="00000500000000000000" pitchFamily="50" charset="0"/>
            </a:endParaRPr>
          </a:p>
          <a:p>
            <a:pPr marR="0" lvl="0" indent="0" fontAlgn="base">
              <a:lnSpc>
                <a:spcPct val="100000"/>
              </a:lnSpc>
              <a:spcBef>
                <a:spcPct val="0"/>
              </a:spcBef>
              <a:spcAft>
                <a:spcPct val="0"/>
              </a:spcAft>
              <a:buClrTx/>
              <a:buSzTx/>
              <a:buFontTx/>
              <a:buChar char="•"/>
              <a:tabLst/>
            </a:pPr>
            <a:r>
              <a:rPr lang="es-PE" altLang="es-PE" sz="2000" dirty="0">
                <a:solidFill>
                  <a:srgbClr val="4B5F80"/>
                </a:solidFill>
                <a:latin typeface="Panton" panose="00000500000000000000" pitchFamily="50" charset="0"/>
              </a:rPr>
              <a:t>📚 </a:t>
            </a:r>
            <a:r>
              <a:rPr lang="es-PE" altLang="es-PE" sz="2000" b="1" dirty="0">
                <a:solidFill>
                  <a:srgbClr val="4B5F80"/>
                </a:solidFill>
                <a:latin typeface="Panton" panose="00000500000000000000" pitchFamily="50" charset="0"/>
              </a:rPr>
              <a:t>Cumplimiento de tareas</a:t>
            </a:r>
            <a:br>
              <a:rPr lang="es-PE" altLang="es-PE" sz="2000" dirty="0">
                <a:solidFill>
                  <a:srgbClr val="4B5F80"/>
                </a:solidFill>
                <a:latin typeface="Panton" panose="00000500000000000000" pitchFamily="50" charset="0"/>
              </a:rPr>
            </a:br>
            <a:r>
              <a:rPr lang="es-PE" altLang="es-PE" sz="2000" dirty="0">
                <a:solidFill>
                  <a:srgbClr val="4B5F80"/>
                </a:solidFill>
                <a:latin typeface="Panton" panose="00000500000000000000" pitchFamily="50" charset="0"/>
              </a:rPr>
              <a:t>Realizar las actividades y/o tareas encomendadas dentro de los plazos establecidos.</a:t>
            </a:r>
          </a:p>
        </p:txBody>
      </p:sp>
    </p:spTree>
    <p:extLst>
      <p:ext uri="{BB962C8B-B14F-4D97-AF65-F5344CB8AC3E}">
        <p14:creationId xmlns:p14="http://schemas.microsoft.com/office/powerpoint/2010/main" val="37014202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magen que contiene Interfaz de usuario gráfica&#10;&#10;Descripción generada automáticamente">
            <a:extLst>
              <a:ext uri="{FF2B5EF4-FFF2-40B4-BE49-F238E27FC236}">
                <a16:creationId xmlns:a16="http://schemas.microsoft.com/office/drawing/2014/main" id="{FDB186E0-979E-E35F-4DA6-DA93A3F2CD1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Imagen 5">
            <a:extLst>
              <a:ext uri="{FF2B5EF4-FFF2-40B4-BE49-F238E27FC236}">
                <a16:creationId xmlns:a16="http://schemas.microsoft.com/office/drawing/2014/main" id="{ADC6B1AB-59D0-EA0C-21BD-6FA38A8B5B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3878" y="497636"/>
            <a:ext cx="9240984" cy="6160656"/>
          </a:xfrm>
          <a:prstGeom prst="rect">
            <a:avLst/>
          </a:prstGeom>
        </p:spPr>
      </p:pic>
      <p:sp>
        <p:nvSpPr>
          <p:cNvPr id="2" name="Rectángulo 1">
            <a:extLst>
              <a:ext uri="{FF2B5EF4-FFF2-40B4-BE49-F238E27FC236}">
                <a16:creationId xmlns:a16="http://schemas.microsoft.com/office/drawing/2014/main" id="{279C09D7-7E70-72E6-D6F8-0747895240D8}"/>
              </a:ext>
            </a:extLst>
          </p:cNvPr>
          <p:cNvSpPr/>
          <p:nvPr/>
        </p:nvSpPr>
        <p:spPr>
          <a:xfrm>
            <a:off x="2286000" y="3479179"/>
            <a:ext cx="457201" cy="34568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55184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03A8248-6AF4-9CD8-0C31-F4533C320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7244" y="0"/>
            <a:ext cx="9917723" cy="6611815"/>
          </a:xfrm>
          <a:prstGeom prst="rect">
            <a:avLst/>
          </a:prstGeom>
        </p:spPr>
      </p:pic>
    </p:spTree>
    <p:extLst>
      <p:ext uri="{BB962C8B-B14F-4D97-AF65-F5344CB8AC3E}">
        <p14:creationId xmlns:p14="http://schemas.microsoft.com/office/powerpoint/2010/main" val="3196846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Why Use Azure Databricks? - 3Cloud">
            <a:extLst>
              <a:ext uri="{FF2B5EF4-FFF2-40B4-BE49-F238E27FC236}">
                <a16:creationId xmlns:a16="http://schemas.microsoft.com/office/drawing/2014/main" id="{C472D8C4-AEB6-4200-B081-B6781FC5C5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9282" y="10273"/>
            <a:ext cx="3273436" cy="1826113"/>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09B10670-A845-4303-AA3D-7C677745206C}"/>
              </a:ext>
            </a:extLst>
          </p:cNvPr>
          <p:cNvSpPr txBox="1"/>
          <p:nvPr/>
        </p:nvSpPr>
        <p:spPr>
          <a:xfrm>
            <a:off x="786255" y="2131084"/>
            <a:ext cx="10839687" cy="923330"/>
          </a:xfrm>
          <a:prstGeom prst="rect">
            <a:avLst/>
          </a:prstGeom>
          <a:noFill/>
        </p:spPr>
        <p:txBody>
          <a:bodyPr wrap="square">
            <a:spAutoFit/>
          </a:bodyPr>
          <a:lstStyle/>
          <a:p>
            <a:pPr algn="just"/>
            <a:r>
              <a:rPr lang="es-PE" dirty="0" err="1"/>
              <a:t>Databricks</a:t>
            </a:r>
            <a:r>
              <a:rPr lang="es-PE" dirty="0"/>
              <a:t> es el nombre de la plataforma analítica de datos basada en Apache </a:t>
            </a:r>
            <a:r>
              <a:rPr lang="es-PE" dirty="0" err="1"/>
              <a:t>Spark</a:t>
            </a:r>
            <a:r>
              <a:rPr lang="es-PE" dirty="0"/>
              <a:t> desarrollada por la compañía con el mismo nombre. La empresa se fundó en 2013 con los creadores y los desarrolladores principales de </a:t>
            </a:r>
            <a:r>
              <a:rPr lang="es-PE" dirty="0" err="1"/>
              <a:t>Spark</a:t>
            </a:r>
            <a:r>
              <a:rPr lang="es-PE" dirty="0"/>
              <a:t>. Permite hacer analítica Big Data e inteligencia artificial con </a:t>
            </a:r>
            <a:r>
              <a:rPr lang="es-PE" dirty="0" err="1"/>
              <a:t>Spark</a:t>
            </a:r>
            <a:r>
              <a:rPr lang="es-PE" dirty="0"/>
              <a:t> de una forma sencilla y colaborativa.</a:t>
            </a:r>
          </a:p>
        </p:txBody>
      </p:sp>
      <p:sp>
        <p:nvSpPr>
          <p:cNvPr id="11" name="CuadroTexto 10">
            <a:extLst>
              <a:ext uri="{FF2B5EF4-FFF2-40B4-BE49-F238E27FC236}">
                <a16:creationId xmlns:a16="http://schemas.microsoft.com/office/drawing/2014/main" id="{CFD4C348-DBAB-496A-A2C8-B288BE619178}"/>
              </a:ext>
            </a:extLst>
          </p:cNvPr>
          <p:cNvSpPr txBox="1"/>
          <p:nvPr/>
        </p:nvSpPr>
        <p:spPr>
          <a:xfrm>
            <a:off x="786256" y="3179235"/>
            <a:ext cx="10839686" cy="2585323"/>
          </a:xfrm>
          <a:prstGeom prst="rect">
            <a:avLst/>
          </a:prstGeom>
          <a:noFill/>
        </p:spPr>
        <p:txBody>
          <a:bodyPr wrap="square">
            <a:spAutoFit/>
          </a:bodyPr>
          <a:lstStyle/>
          <a:p>
            <a:pPr algn="just"/>
            <a:r>
              <a:rPr lang="es-PE" dirty="0"/>
              <a:t>Esta plataforma está disponible como servicio cloud en Microsoft Azure, Google Cloud Platform y Amazon Web Services (AWS).</a:t>
            </a:r>
          </a:p>
          <a:p>
            <a:pPr algn="just"/>
            <a:endParaRPr lang="es-PE" dirty="0"/>
          </a:p>
          <a:p>
            <a:pPr algn="just"/>
            <a:r>
              <a:rPr lang="es-PE" dirty="0" err="1"/>
              <a:t>Databricks</a:t>
            </a:r>
            <a:r>
              <a:rPr lang="es-PE" dirty="0"/>
              <a:t> contiene muchas funcionalidades que la hacen una solución analítica bastante completa. Aun así, depende de servicios adicionales como almacenamientos externos de datos para poder convertirse en la pieza central de un sistema analítico empresarial completo como Data </a:t>
            </a:r>
            <a:r>
              <a:rPr lang="es-PE" dirty="0" err="1"/>
              <a:t>Warehouse</a:t>
            </a:r>
            <a:r>
              <a:rPr lang="es-PE" dirty="0"/>
              <a:t> o Data Lake.</a:t>
            </a:r>
          </a:p>
          <a:p>
            <a:pPr algn="just"/>
            <a:endParaRPr lang="es-PE" dirty="0"/>
          </a:p>
          <a:p>
            <a:pPr algn="just"/>
            <a:r>
              <a:rPr lang="es-PE" dirty="0"/>
              <a:t>Es una plataforma que permite múltiples casos de uso como procesamiento </a:t>
            </a:r>
            <a:r>
              <a:rPr lang="es-PE" dirty="0" err="1"/>
              <a:t>batch</a:t>
            </a:r>
            <a:r>
              <a:rPr lang="es-PE" dirty="0"/>
              <a:t>, </a:t>
            </a:r>
            <a:r>
              <a:rPr lang="es-PE" dirty="0" err="1"/>
              <a:t>streaming</a:t>
            </a:r>
            <a:r>
              <a:rPr lang="es-PE" dirty="0"/>
              <a:t> y machine </a:t>
            </a:r>
            <a:r>
              <a:rPr lang="es-PE" dirty="0" err="1"/>
              <a:t>learning</a:t>
            </a:r>
            <a:r>
              <a:rPr lang="es-PE" dirty="0"/>
              <a:t>.</a:t>
            </a:r>
          </a:p>
        </p:txBody>
      </p:sp>
    </p:spTree>
    <p:extLst>
      <p:ext uri="{BB962C8B-B14F-4D97-AF65-F5344CB8AC3E}">
        <p14:creationId xmlns:p14="http://schemas.microsoft.com/office/powerpoint/2010/main" val="725610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Why Use Azure Databricks? - 3Cloud">
            <a:extLst>
              <a:ext uri="{FF2B5EF4-FFF2-40B4-BE49-F238E27FC236}">
                <a16:creationId xmlns:a16="http://schemas.microsoft.com/office/drawing/2014/main" id="{C472D8C4-AEB6-4200-B081-B6781FC5C5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9282" y="10273"/>
            <a:ext cx="3273436" cy="1826113"/>
          </a:xfrm>
          <a:prstGeom prst="rect">
            <a:avLst/>
          </a:prstGeom>
          <a:noFill/>
          <a:extLst>
            <a:ext uri="{909E8E84-426E-40DD-AFC4-6F175D3DCCD1}">
              <a14:hiddenFill xmlns:a14="http://schemas.microsoft.com/office/drawing/2010/main">
                <a:solidFill>
                  <a:srgbClr val="FFFFFF"/>
                </a:solidFill>
              </a14:hiddenFill>
            </a:ext>
          </a:extLst>
        </p:spPr>
      </p:pic>
      <p:sp>
        <p:nvSpPr>
          <p:cNvPr id="12" name="CuadroTexto 11">
            <a:extLst>
              <a:ext uri="{FF2B5EF4-FFF2-40B4-BE49-F238E27FC236}">
                <a16:creationId xmlns:a16="http://schemas.microsoft.com/office/drawing/2014/main" id="{327C5E83-2DED-42A6-B094-6B398BE22446}"/>
              </a:ext>
            </a:extLst>
          </p:cNvPr>
          <p:cNvSpPr txBox="1"/>
          <p:nvPr/>
        </p:nvSpPr>
        <p:spPr>
          <a:xfrm>
            <a:off x="2860765" y="1914926"/>
            <a:ext cx="6156960" cy="461665"/>
          </a:xfrm>
          <a:prstGeom prst="rect">
            <a:avLst/>
          </a:prstGeom>
          <a:noFill/>
        </p:spPr>
        <p:txBody>
          <a:bodyPr wrap="square">
            <a:spAutoFit/>
          </a:bodyPr>
          <a:lstStyle/>
          <a:p>
            <a:pPr algn="ctr"/>
            <a:r>
              <a:rPr lang="es-PE" sz="2400" dirty="0"/>
              <a:t>¿Cómo usar </a:t>
            </a:r>
            <a:r>
              <a:rPr lang="es-PE" sz="2400" dirty="0" err="1"/>
              <a:t>Databricks</a:t>
            </a:r>
            <a:r>
              <a:rPr lang="es-PE" sz="2400" dirty="0"/>
              <a:t>?</a:t>
            </a:r>
          </a:p>
        </p:txBody>
      </p:sp>
      <p:sp>
        <p:nvSpPr>
          <p:cNvPr id="13" name="CuadroTexto 12">
            <a:extLst>
              <a:ext uri="{FF2B5EF4-FFF2-40B4-BE49-F238E27FC236}">
                <a16:creationId xmlns:a16="http://schemas.microsoft.com/office/drawing/2014/main" id="{8455B181-1AA5-47EC-B168-66A68ED75F9A}"/>
              </a:ext>
            </a:extLst>
          </p:cNvPr>
          <p:cNvSpPr txBox="1"/>
          <p:nvPr/>
        </p:nvSpPr>
        <p:spPr>
          <a:xfrm>
            <a:off x="546461" y="2711672"/>
            <a:ext cx="11099075" cy="2585323"/>
          </a:xfrm>
          <a:prstGeom prst="rect">
            <a:avLst/>
          </a:prstGeom>
          <a:noFill/>
        </p:spPr>
        <p:txBody>
          <a:bodyPr wrap="square">
            <a:spAutoFit/>
          </a:bodyPr>
          <a:lstStyle/>
          <a:p>
            <a:pPr algn="just" fontAlgn="base"/>
            <a:r>
              <a:rPr lang="es-PE" i="0" dirty="0" err="1">
                <a:solidFill>
                  <a:srgbClr val="707070"/>
                </a:solidFill>
                <a:effectLst/>
                <a:latin typeface="Open Sans" panose="020B0606030504020204" pitchFamily="34" charset="0"/>
              </a:rPr>
              <a:t>Databricks</a:t>
            </a:r>
            <a:r>
              <a:rPr lang="es-PE" i="0" dirty="0">
                <a:solidFill>
                  <a:srgbClr val="707070"/>
                </a:solidFill>
                <a:effectLst/>
                <a:latin typeface="Open Sans" panose="020B0606030504020204" pitchFamily="34" charset="0"/>
              </a:rPr>
              <a:t> no es responsable de la capa de persistencia de los datos. Esto quiere decir que los datos se procesan con </a:t>
            </a:r>
            <a:r>
              <a:rPr lang="es-PE" i="0" dirty="0" err="1">
                <a:solidFill>
                  <a:srgbClr val="707070"/>
                </a:solidFill>
                <a:effectLst/>
                <a:latin typeface="Open Sans" panose="020B0606030504020204" pitchFamily="34" charset="0"/>
              </a:rPr>
              <a:t>Spark</a:t>
            </a:r>
            <a:r>
              <a:rPr lang="es-PE" i="0" dirty="0">
                <a:solidFill>
                  <a:srgbClr val="707070"/>
                </a:solidFill>
                <a:effectLst/>
                <a:latin typeface="Open Sans" panose="020B0606030504020204" pitchFamily="34" charset="0"/>
              </a:rPr>
              <a:t> pero antes deben estar almacenados en algún componente adicional. Algunos ejemplos de estos componentes son Azure Blob </a:t>
            </a:r>
            <a:r>
              <a:rPr lang="es-PE" dirty="0">
                <a:solidFill>
                  <a:srgbClr val="707070"/>
                </a:solidFill>
                <a:latin typeface="Open Sans" panose="020B0606030504020204" pitchFamily="34" charset="0"/>
              </a:rPr>
              <a:t>Storage, </a:t>
            </a:r>
            <a:r>
              <a:rPr lang="es-PE" dirty="0">
                <a:solidFill>
                  <a:srgbClr val="707070"/>
                </a:solidFill>
                <a:latin typeface="Open Sans" panose="020B0606030504020204" pitchFamily="34" charset="0"/>
                <a:hlinkClick r:id="rId3">
                  <a:extLst>
                    <a:ext uri="{A12FA001-AC4F-418D-AE19-62706E023703}">
                      <ahyp:hlinkClr xmlns:ahyp="http://schemas.microsoft.com/office/drawing/2018/hyperlinkcolor" val="tx"/>
                    </a:ext>
                  </a:extLst>
                </a:hlinkClick>
              </a:rPr>
              <a:t>Amazon S3</a:t>
            </a:r>
            <a:r>
              <a:rPr lang="es-PE" dirty="0">
                <a:solidFill>
                  <a:srgbClr val="707070"/>
                </a:solidFill>
                <a:latin typeface="Open Sans" panose="020B0606030504020204" pitchFamily="34" charset="0"/>
              </a:rPr>
              <a:t>, </a:t>
            </a:r>
            <a:r>
              <a:rPr lang="es-PE" i="0" dirty="0">
                <a:solidFill>
                  <a:srgbClr val="707070"/>
                </a:solidFill>
                <a:effectLst/>
                <a:latin typeface="Open Sans" panose="020B0606030504020204" pitchFamily="34" charset="0"/>
              </a:rPr>
              <a:t>ADLS (Azure Data Lake Storage), Azure SQL Data </a:t>
            </a:r>
            <a:r>
              <a:rPr lang="es-PE" i="0" dirty="0" err="1">
                <a:solidFill>
                  <a:srgbClr val="707070"/>
                </a:solidFill>
                <a:effectLst/>
                <a:latin typeface="Open Sans" panose="020B0606030504020204" pitchFamily="34" charset="0"/>
              </a:rPr>
              <a:t>Warehouse</a:t>
            </a:r>
            <a:r>
              <a:rPr lang="es-PE" i="0" dirty="0">
                <a:solidFill>
                  <a:srgbClr val="707070"/>
                </a:solidFill>
                <a:effectLst/>
                <a:latin typeface="Open Sans" panose="020B0606030504020204" pitchFamily="34" charset="0"/>
              </a:rPr>
              <a:t> o herramientas compatibles con JDBC y ODBC.</a:t>
            </a:r>
          </a:p>
          <a:p>
            <a:pPr algn="just" fontAlgn="base"/>
            <a:endParaRPr lang="es-PE" i="0" dirty="0">
              <a:solidFill>
                <a:srgbClr val="707070"/>
              </a:solidFill>
              <a:effectLst/>
              <a:latin typeface="Open Sans" panose="020B0606030504020204" pitchFamily="34" charset="0"/>
            </a:endParaRPr>
          </a:p>
          <a:p>
            <a:pPr algn="just" fontAlgn="base"/>
            <a:r>
              <a:rPr lang="es-PE" i="0" dirty="0">
                <a:solidFill>
                  <a:srgbClr val="707070"/>
                </a:solidFill>
                <a:effectLst/>
                <a:latin typeface="Open Sans" panose="020B0606030504020204" pitchFamily="34" charset="0"/>
              </a:rPr>
              <a:t>Al evaluar </a:t>
            </a:r>
            <a:r>
              <a:rPr lang="es-PE" i="0" dirty="0" err="1">
                <a:solidFill>
                  <a:srgbClr val="707070"/>
                </a:solidFill>
                <a:effectLst/>
                <a:latin typeface="Open Sans" panose="020B0606030504020204" pitchFamily="34" charset="0"/>
              </a:rPr>
              <a:t>Databricks</a:t>
            </a:r>
            <a:r>
              <a:rPr lang="es-PE" i="0" dirty="0">
                <a:solidFill>
                  <a:srgbClr val="707070"/>
                </a:solidFill>
                <a:effectLst/>
                <a:latin typeface="Open Sans" panose="020B0606030504020204" pitchFamily="34" charset="0"/>
              </a:rPr>
              <a:t> como una solución Cloud, debemos prestar atención también al resto de servicios con los que se integra de forma nativa y para los que se optimiza la operativa. Tanto en AWS como en Azure existen integraciones con servicios de ingesta de datos como Azure Data Factory, de almacenamiento y de </a:t>
            </a:r>
            <a:r>
              <a:rPr lang="es-PE" dirty="0">
                <a:solidFill>
                  <a:srgbClr val="707070"/>
                </a:solidFill>
                <a:latin typeface="Open Sans" panose="020B0606030504020204" pitchFamily="34" charset="0"/>
              </a:rPr>
              <a:t>visualización de datos como </a:t>
            </a:r>
            <a:r>
              <a:rPr lang="es-PE" i="0" dirty="0" err="1">
                <a:solidFill>
                  <a:srgbClr val="707070"/>
                </a:solidFill>
                <a:effectLst/>
                <a:latin typeface="Open Sans" panose="020B0606030504020204" pitchFamily="34" charset="0"/>
              </a:rPr>
              <a:t>PowerBI</a:t>
            </a:r>
            <a:r>
              <a:rPr lang="es-PE" i="0" dirty="0">
                <a:solidFill>
                  <a:srgbClr val="707070"/>
                </a:solidFill>
                <a:effectLst/>
                <a:latin typeface="Open Sans" panose="020B0606030504020204" pitchFamily="34" charset="0"/>
              </a:rPr>
              <a:t>.</a:t>
            </a:r>
          </a:p>
        </p:txBody>
      </p:sp>
    </p:spTree>
    <p:extLst>
      <p:ext uri="{BB962C8B-B14F-4D97-AF65-F5344CB8AC3E}">
        <p14:creationId xmlns:p14="http://schemas.microsoft.com/office/powerpoint/2010/main" val="4133334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525" y="-9525"/>
            <a:ext cx="12211050" cy="6877050"/>
            <a:chOff x="-9525" y="-9525"/>
            <a:chExt cx="12211050" cy="6877050"/>
          </a:xfrm>
        </p:grpSpPr>
        <p:pic>
          <p:nvPicPr>
            <p:cNvPr id="3" name="object 3"/>
            <p:cNvPicPr/>
            <p:nvPr/>
          </p:nvPicPr>
          <p:blipFill>
            <a:blip r:embed="rId2" cstate="print"/>
            <a:stretch>
              <a:fillRect/>
            </a:stretch>
          </p:blipFill>
          <p:spPr>
            <a:xfrm>
              <a:off x="466344" y="1906523"/>
              <a:ext cx="2623566" cy="2029206"/>
            </a:xfrm>
            <a:prstGeom prst="rect">
              <a:avLst/>
            </a:prstGeom>
          </p:spPr>
        </p:pic>
        <p:sp>
          <p:nvSpPr>
            <p:cNvPr id="4" name="object 4"/>
            <p:cNvSpPr/>
            <p:nvPr/>
          </p:nvSpPr>
          <p:spPr>
            <a:xfrm>
              <a:off x="587375" y="1991867"/>
              <a:ext cx="2423160" cy="1828800"/>
            </a:xfrm>
            <a:custGeom>
              <a:avLst/>
              <a:gdLst/>
              <a:ahLst/>
              <a:cxnLst/>
              <a:rect l="l" t="t" r="r" b="b"/>
              <a:pathLst>
                <a:path w="2423160" h="1828800">
                  <a:moveTo>
                    <a:pt x="2423160" y="0"/>
                  </a:moveTo>
                  <a:lnTo>
                    <a:pt x="0" y="0"/>
                  </a:lnTo>
                  <a:lnTo>
                    <a:pt x="0" y="1828799"/>
                  </a:lnTo>
                  <a:lnTo>
                    <a:pt x="2423160" y="1828799"/>
                  </a:lnTo>
                  <a:lnTo>
                    <a:pt x="2423160" y="0"/>
                  </a:lnTo>
                  <a:close/>
                </a:path>
              </a:pathLst>
            </a:custGeom>
            <a:solidFill>
              <a:srgbClr val="FCFCFC"/>
            </a:solidFill>
          </p:spPr>
          <p:txBody>
            <a:bodyPr wrap="square" lIns="0" tIns="0" rIns="0" bIns="0" rtlCol="0"/>
            <a:lstStyle/>
            <a:p>
              <a:endParaRPr/>
            </a:p>
          </p:txBody>
        </p:sp>
        <p:sp>
          <p:nvSpPr>
            <p:cNvPr id="5" name="object 5"/>
            <p:cNvSpPr/>
            <p:nvPr/>
          </p:nvSpPr>
          <p:spPr>
            <a:xfrm>
              <a:off x="587375" y="1991867"/>
              <a:ext cx="2423160" cy="45720"/>
            </a:xfrm>
            <a:custGeom>
              <a:avLst/>
              <a:gdLst/>
              <a:ahLst/>
              <a:cxnLst/>
              <a:rect l="l" t="t" r="r" b="b"/>
              <a:pathLst>
                <a:path w="2423160" h="45719">
                  <a:moveTo>
                    <a:pt x="2423160" y="0"/>
                  </a:moveTo>
                  <a:lnTo>
                    <a:pt x="0" y="0"/>
                  </a:lnTo>
                  <a:lnTo>
                    <a:pt x="0" y="45720"/>
                  </a:lnTo>
                  <a:lnTo>
                    <a:pt x="2423160" y="45720"/>
                  </a:lnTo>
                  <a:lnTo>
                    <a:pt x="2423160" y="0"/>
                  </a:lnTo>
                  <a:close/>
                </a:path>
              </a:pathLst>
            </a:custGeom>
            <a:solidFill>
              <a:srgbClr val="163D63"/>
            </a:solidFill>
          </p:spPr>
          <p:txBody>
            <a:bodyPr wrap="square" lIns="0" tIns="0" rIns="0" bIns="0" rtlCol="0"/>
            <a:lstStyle/>
            <a:p>
              <a:endParaRPr/>
            </a:p>
          </p:txBody>
        </p:sp>
        <p:pic>
          <p:nvPicPr>
            <p:cNvPr id="6" name="object 6" descr="preencoded.png"/>
            <p:cNvPicPr/>
            <p:nvPr/>
          </p:nvPicPr>
          <p:blipFill>
            <a:blip r:embed="rId3" cstate="print"/>
            <a:stretch>
              <a:fillRect/>
            </a:stretch>
          </p:blipFill>
          <p:spPr>
            <a:xfrm>
              <a:off x="770255" y="2156460"/>
              <a:ext cx="347471" cy="347472"/>
            </a:xfrm>
            <a:prstGeom prst="rect">
              <a:avLst/>
            </a:prstGeom>
          </p:spPr>
        </p:pic>
      </p:grpSp>
      <p:sp>
        <p:nvSpPr>
          <p:cNvPr id="38" name="object 38" descr="$PPTXTitle"/>
          <p:cNvSpPr txBox="1">
            <a:spLocks noGrp="1"/>
          </p:cNvSpPr>
          <p:nvPr>
            <p:ph type="title"/>
          </p:nvPr>
        </p:nvSpPr>
        <p:spPr>
          <a:xfrm>
            <a:off x="586841" y="22478"/>
            <a:ext cx="8871585" cy="1781810"/>
          </a:xfrm>
          <a:prstGeom prst="rect">
            <a:avLst/>
          </a:prstGeom>
        </p:spPr>
        <p:txBody>
          <a:bodyPr vert="horz" wrap="square" lIns="0" tIns="330835" rIns="0" bIns="0" rtlCol="0">
            <a:spAutoFit/>
          </a:bodyPr>
          <a:lstStyle/>
          <a:p>
            <a:pPr marL="12700">
              <a:lnSpc>
                <a:spcPct val="100000"/>
              </a:lnSpc>
              <a:spcBef>
                <a:spcPts val="2605"/>
              </a:spcBef>
            </a:pPr>
            <a:r>
              <a:rPr sz="4400" spc="110" dirty="0"/>
              <a:t>Databricks</a:t>
            </a:r>
            <a:endParaRPr sz="4400"/>
          </a:p>
          <a:p>
            <a:pPr marL="12700" marR="5080">
              <a:lnSpc>
                <a:spcPct val="136300"/>
              </a:lnSpc>
              <a:spcBef>
                <a:spcPts val="155"/>
              </a:spcBef>
            </a:pPr>
            <a:r>
              <a:rPr sz="1200" dirty="0">
                <a:solidFill>
                  <a:srgbClr val="2B404F"/>
                </a:solidFill>
              </a:rPr>
              <a:t>Databricks</a:t>
            </a:r>
            <a:r>
              <a:rPr sz="1200" spc="-55" dirty="0">
                <a:solidFill>
                  <a:srgbClr val="2B404F"/>
                </a:solidFill>
              </a:rPr>
              <a:t> </a:t>
            </a:r>
            <a:r>
              <a:rPr sz="1200" dirty="0">
                <a:solidFill>
                  <a:srgbClr val="2B404F"/>
                </a:solidFill>
              </a:rPr>
              <a:t>es</a:t>
            </a:r>
            <a:r>
              <a:rPr sz="1200" spc="-45" dirty="0">
                <a:solidFill>
                  <a:srgbClr val="2B404F"/>
                </a:solidFill>
              </a:rPr>
              <a:t> </a:t>
            </a:r>
            <a:r>
              <a:rPr sz="1200" dirty="0">
                <a:solidFill>
                  <a:srgbClr val="2B404F"/>
                </a:solidFill>
              </a:rPr>
              <a:t>una</a:t>
            </a:r>
            <a:r>
              <a:rPr sz="1200" spc="-65" dirty="0">
                <a:solidFill>
                  <a:srgbClr val="2B404F"/>
                </a:solidFill>
              </a:rPr>
              <a:t> </a:t>
            </a:r>
            <a:r>
              <a:rPr sz="1200" dirty="0">
                <a:solidFill>
                  <a:srgbClr val="2B404F"/>
                </a:solidFill>
              </a:rPr>
              <a:t>plataforma</a:t>
            </a:r>
            <a:r>
              <a:rPr sz="1200" spc="-50" dirty="0">
                <a:solidFill>
                  <a:srgbClr val="2B404F"/>
                </a:solidFill>
              </a:rPr>
              <a:t> </a:t>
            </a:r>
            <a:r>
              <a:rPr sz="1200" dirty="0">
                <a:solidFill>
                  <a:srgbClr val="2B404F"/>
                </a:solidFill>
              </a:rPr>
              <a:t>unificada</a:t>
            </a:r>
            <a:r>
              <a:rPr sz="1200" spc="-50" dirty="0">
                <a:solidFill>
                  <a:srgbClr val="2B404F"/>
                </a:solidFill>
              </a:rPr>
              <a:t> </a:t>
            </a:r>
            <a:r>
              <a:rPr sz="1200" dirty="0">
                <a:solidFill>
                  <a:srgbClr val="2B404F"/>
                </a:solidFill>
              </a:rPr>
              <a:t>de</a:t>
            </a:r>
            <a:r>
              <a:rPr sz="1200" spc="-60" dirty="0">
                <a:solidFill>
                  <a:srgbClr val="2B404F"/>
                </a:solidFill>
              </a:rPr>
              <a:t> </a:t>
            </a:r>
            <a:r>
              <a:rPr sz="1200" dirty="0">
                <a:solidFill>
                  <a:srgbClr val="2B404F"/>
                </a:solidFill>
              </a:rPr>
              <a:t>datos</a:t>
            </a:r>
            <a:r>
              <a:rPr sz="1200" spc="-45" dirty="0">
                <a:solidFill>
                  <a:srgbClr val="2B404F"/>
                </a:solidFill>
              </a:rPr>
              <a:t> </a:t>
            </a:r>
            <a:r>
              <a:rPr sz="1200" spc="-10" dirty="0">
                <a:solidFill>
                  <a:srgbClr val="2B404F"/>
                </a:solidFill>
              </a:rPr>
              <a:t>e</a:t>
            </a:r>
            <a:r>
              <a:rPr sz="1200" spc="-60" dirty="0">
                <a:solidFill>
                  <a:srgbClr val="2B404F"/>
                </a:solidFill>
              </a:rPr>
              <a:t> </a:t>
            </a:r>
            <a:r>
              <a:rPr sz="1200" spc="-85" dirty="0">
                <a:solidFill>
                  <a:srgbClr val="2B404F"/>
                </a:solidFill>
              </a:rPr>
              <a:t>IA</a:t>
            </a:r>
            <a:r>
              <a:rPr sz="1200" spc="-50" dirty="0">
                <a:solidFill>
                  <a:srgbClr val="2B404F"/>
                </a:solidFill>
              </a:rPr>
              <a:t> </a:t>
            </a:r>
            <a:r>
              <a:rPr sz="1200" dirty="0">
                <a:solidFill>
                  <a:srgbClr val="2B404F"/>
                </a:solidFill>
              </a:rPr>
              <a:t>que</a:t>
            </a:r>
            <a:r>
              <a:rPr sz="1200" spc="-45" dirty="0">
                <a:solidFill>
                  <a:srgbClr val="2B404F"/>
                </a:solidFill>
              </a:rPr>
              <a:t> </a:t>
            </a:r>
            <a:r>
              <a:rPr sz="1200" dirty="0">
                <a:solidFill>
                  <a:srgbClr val="2B404F"/>
                </a:solidFill>
              </a:rPr>
              <a:t>ejecuta</a:t>
            </a:r>
            <a:r>
              <a:rPr sz="1200" spc="-65" dirty="0">
                <a:solidFill>
                  <a:srgbClr val="2B404F"/>
                </a:solidFill>
              </a:rPr>
              <a:t> </a:t>
            </a:r>
            <a:r>
              <a:rPr sz="1200" spc="-10" dirty="0">
                <a:solidFill>
                  <a:srgbClr val="2B404F"/>
                </a:solidFill>
              </a:rPr>
              <a:t>cargas</a:t>
            </a:r>
            <a:r>
              <a:rPr sz="1200" spc="-30" dirty="0">
                <a:solidFill>
                  <a:srgbClr val="2B404F"/>
                </a:solidFill>
              </a:rPr>
              <a:t> </a:t>
            </a:r>
            <a:r>
              <a:rPr sz="1200" dirty="0">
                <a:solidFill>
                  <a:srgbClr val="2B404F"/>
                </a:solidFill>
              </a:rPr>
              <a:t>de</a:t>
            </a:r>
            <a:r>
              <a:rPr sz="1200" spc="-45" dirty="0">
                <a:solidFill>
                  <a:srgbClr val="2B404F"/>
                </a:solidFill>
              </a:rPr>
              <a:t> </a:t>
            </a:r>
            <a:r>
              <a:rPr sz="1200" spc="-20" dirty="0">
                <a:solidFill>
                  <a:srgbClr val="2B404F"/>
                </a:solidFill>
              </a:rPr>
              <a:t>trabajo</a:t>
            </a:r>
            <a:r>
              <a:rPr sz="1200" spc="-50" dirty="0">
                <a:solidFill>
                  <a:srgbClr val="2B404F"/>
                </a:solidFill>
              </a:rPr>
              <a:t> </a:t>
            </a:r>
            <a:r>
              <a:rPr sz="1200" dirty="0">
                <a:solidFill>
                  <a:srgbClr val="2B404F"/>
                </a:solidFill>
              </a:rPr>
              <a:t>analíticas</a:t>
            </a:r>
            <a:r>
              <a:rPr sz="1200" spc="-60" dirty="0">
                <a:solidFill>
                  <a:srgbClr val="2B404F"/>
                </a:solidFill>
              </a:rPr>
              <a:t> y</a:t>
            </a:r>
            <a:r>
              <a:rPr sz="1200" spc="-70" dirty="0">
                <a:solidFill>
                  <a:srgbClr val="2B404F"/>
                </a:solidFill>
              </a:rPr>
              <a:t> </a:t>
            </a:r>
            <a:r>
              <a:rPr sz="1200" spc="-10" dirty="0">
                <a:solidFill>
                  <a:srgbClr val="2B404F"/>
                </a:solidFill>
              </a:rPr>
              <a:t>operativas</a:t>
            </a:r>
            <a:r>
              <a:rPr sz="1200" spc="-55" dirty="0">
                <a:solidFill>
                  <a:srgbClr val="2B404F"/>
                </a:solidFill>
              </a:rPr>
              <a:t> </a:t>
            </a:r>
            <a:r>
              <a:rPr sz="1200" dirty="0">
                <a:solidFill>
                  <a:srgbClr val="2B404F"/>
                </a:solidFill>
              </a:rPr>
              <a:t>sobre</a:t>
            </a:r>
            <a:r>
              <a:rPr sz="1200" spc="-45" dirty="0">
                <a:solidFill>
                  <a:srgbClr val="2B404F"/>
                </a:solidFill>
              </a:rPr>
              <a:t> </a:t>
            </a:r>
            <a:r>
              <a:rPr sz="1200" dirty="0">
                <a:solidFill>
                  <a:srgbClr val="2B404F"/>
                </a:solidFill>
              </a:rPr>
              <a:t>una</a:t>
            </a:r>
            <a:r>
              <a:rPr sz="1200" spc="-65" dirty="0">
                <a:solidFill>
                  <a:srgbClr val="2B404F"/>
                </a:solidFill>
              </a:rPr>
              <a:t> </a:t>
            </a:r>
            <a:r>
              <a:rPr sz="1200" dirty="0">
                <a:solidFill>
                  <a:srgbClr val="2B404F"/>
                </a:solidFill>
              </a:rPr>
              <a:t>base</a:t>
            </a:r>
            <a:r>
              <a:rPr sz="1200" spc="-45" dirty="0">
                <a:solidFill>
                  <a:srgbClr val="2B404F"/>
                </a:solidFill>
              </a:rPr>
              <a:t> </a:t>
            </a:r>
            <a:r>
              <a:rPr sz="1200" dirty="0">
                <a:solidFill>
                  <a:srgbClr val="2B404F"/>
                </a:solidFill>
              </a:rPr>
              <a:t>abierta</a:t>
            </a:r>
            <a:r>
              <a:rPr sz="1200" spc="-65" dirty="0">
                <a:solidFill>
                  <a:srgbClr val="2B404F"/>
                </a:solidFill>
              </a:rPr>
              <a:t> </a:t>
            </a:r>
            <a:r>
              <a:rPr sz="1200" spc="-50" dirty="0">
                <a:solidFill>
                  <a:srgbClr val="2B404F"/>
                </a:solidFill>
              </a:rPr>
              <a:t>y </a:t>
            </a:r>
            <a:r>
              <a:rPr sz="1200" spc="-10" dirty="0">
                <a:solidFill>
                  <a:srgbClr val="2B404F"/>
                </a:solidFill>
              </a:rPr>
              <a:t>gobernada.</a:t>
            </a:r>
            <a:r>
              <a:rPr sz="1200" spc="-50" dirty="0">
                <a:solidFill>
                  <a:srgbClr val="2B404F"/>
                </a:solidFill>
              </a:rPr>
              <a:t> </a:t>
            </a:r>
            <a:r>
              <a:rPr sz="1200" spc="-10" dirty="0">
                <a:solidFill>
                  <a:srgbClr val="2B404F"/>
                </a:solidFill>
              </a:rPr>
              <a:t>Permite</a:t>
            </a:r>
            <a:r>
              <a:rPr sz="1200" spc="-55" dirty="0">
                <a:solidFill>
                  <a:srgbClr val="2B404F"/>
                </a:solidFill>
              </a:rPr>
              <a:t> </a:t>
            </a:r>
            <a:r>
              <a:rPr sz="1200" dirty="0">
                <a:solidFill>
                  <a:srgbClr val="2B404F"/>
                </a:solidFill>
              </a:rPr>
              <a:t>a</a:t>
            </a:r>
            <a:r>
              <a:rPr sz="1200" spc="-55" dirty="0">
                <a:solidFill>
                  <a:srgbClr val="2B404F"/>
                </a:solidFill>
              </a:rPr>
              <a:t> </a:t>
            </a:r>
            <a:r>
              <a:rPr sz="1200" dirty="0">
                <a:solidFill>
                  <a:srgbClr val="2B404F"/>
                </a:solidFill>
              </a:rPr>
              <a:t>las</a:t>
            </a:r>
            <a:r>
              <a:rPr sz="1200" spc="-40" dirty="0">
                <a:solidFill>
                  <a:srgbClr val="2B404F"/>
                </a:solidFill>
              </a:rPr>
              <a:t> </a:t>
            </a:r>
            <a:r>
              <a:rPr sz="1200" dirty="0">
                <a:solidFill>
                  <a:srgbClr val="2B404F"/>
                </a:solidFill>
              </a:rPr>
              <a:t>organizaciones</a:t>
            </a:r>
            <a:r>
              <a:rPr sz="1200" spc="-55" dirty="0">
                <a:solidFill>
                  <a:srgbClr val="2B404F"/>
                </a:solidFill>
              </a:rPr>
              <a:t> </a:t>
            </a:r>
            <a:r>
              <a:rPr sz="1200" dirty="0">
                <a:solidFill>
                  <a:srgbClr val="2B404F"/>
                </a:solidFill>
              </a:rPr>
              <a:t>crear</a:t>
            </a:r>
            <a:r>
              <a:rPr sz="1200" spc="-50" dirty="0">
                <a:solidFill>
                  <a:srgbClr val="2B404F"/>
                </a:solidFill>
              </a:rPr>
              <a:t> </a:t>
            </a:r>
            <a:r>
              <a:rPr sz="1200" dirty="0">
                <a:solidFill>
                  <a:srgbClr val="2B404F"/>
                </a:solidFill>
              </a:rPr>
              <a:t>aplicaciones</a:t>
            </a:r>
            <a:r>
              <a:rPr sz="1200" spc="-55" dirty="0">
                <a:solidFill>
                  <a:srgbClr val="2B404F"/>
                </a:solidFill>
              </a:rPr>
              <a:t> </a:t>
            </a:r>
            <a:r>
              <a:rPr sz="1200" dirty="0">
                <a:solidFill>
                  <a:srgbClr val="2B404F"/>
                </a:solidFill>
              </a:rPr>
              <a:t>de</a:t>
            </a:r>
            <a:r>
              <a:rPr sz="1200" spc="-35" dirty="0">
                <a:solidFill>
                  <a:srgbClr val="2B404F"/>
                </a:solidFill>
              </a:rPr>
              <a:t> </a:t>
            </a:r>
            <a:r>
              <a:rPr sz="1200" spc="-70" dirty="0">
                <a:solidFill>
                  <a:srgbClr val="2B404F"/>
                </a:solidFill>
              </a:rPr>
              <a:t>BI</a:t>
            </a:r>
            <a:r>
              <a:rPr sz="1200" spc="-60" dirty="0">
                <a:solidFill>
                  <a:srgbClr val="2B404F"/>
                </a:solidFill>
              </a:rPr>
              <a:t> </a:t>
            </a:r>
            <a:r>
              <a:rPr sz="1200" spc="-10" dirty="0">
                <a:solidFill>
                  <a:srgbClr val="2B404F"/>
                </a:solidFill>
              </a:rPr>
              <a:t>e</a:t>
            </a:r>
            <a:r>
              <a:rPr sz="1200" spc="-40" dirty="0">
                <a:solidFill>
                  <a:srgbClr val="2B404F"/>
                </a:solidFill>
              </a:rPr>
              <a:t> </a:t>
            </a:r>
            <a:r>
              <a:rPr sz="1200" spc="-55" dirty="0">
                <a:solidFill>
                  <a:srgbClr val="2B404F"/>
                </a:solidFill>
              </a:rPr>
              <a:t>IA,</a:t>
            </a:r>
            <a:r>
              <a:rPr sz="1200" spc="-50" dirty="0">
                <a:solidFill>
                  <a:srgbClr val="2B404F"/>
                </a:solidFill>
              </a:rPr>
              <a:t> </a:t>
            </a:r>
            <a:r>
              <a:rPr sz="1200" spc="-10" dirty="0">
                <a:solidFill>
                  <a:srgbClr val="2B404F"/>
                </a:solidFill>
              </a:rPr>
              <a:t>transmitir</a:t>
            </a:r>
            <a:r>
              <a:rPr sz="1200" spc="-55" dirty="0">
                <a:solidFill>
                  <a:srgbClr val="2B404F"/>
                </a:solidFill>
              </a:rPr>
              <a:t> </a:t>
            </a:r>
            <a:r>
              <a:rPr sz="1200" spc="-60" dirty="0">
                <a:solidFill>
                  <a:srgbClr val="2B404F"/>
                </a:solidFill>
              </a:rPr>
              <a:t>y</a:t>
            </a:r>
            <a:r>
              <a:rPr sz="1200" spc="-65" dirty="0">
                <a:solidFill>
                  <a:srgbClr val="2B404F"/>
                </a:solidFill>
              </a:rPr>
              <a:t> </a:t>
            </a:r>
            <a:r>
              <a:rPr sz="1200" dirty="0">
                <a:solidFill>
                  <a:srgbClr val="2B404F"/>
                </a:solidFill>
              </a:rPr>
              <a:t>analizar</a:t>
            </a:r>
            <a:r>
              <a:rPr sz="1200" spc="-75" dirty="0">
                <a:solidFill>
                  <a:srgbClr val="2B404F"/>
                </a:solidFill>
              </a:rPr>
              <a:t> </a:t>
            </a:r>
            <a:r>
              <a:rPr sz="1200" dirty="0">
                <a:solidFill>
                  <a:srgbClr val="2B404F"/>
                </a:solidFill>
              </a:rPr>
              <a:t>datos,</a:t>
            </a:r>
            <a:r>
              <a:rPr sz="1200" spc="-65" dirty="0">
                <a:solidFill>
                  <a:srgbClr val="2B404F"/>
                </a:solidFill>
              </a:rPr>
              <a:t> </a:t>
            </a:r>
            <a:r>
              <a:rPr sz="1200" spc="-60" dirty="0">
                <a:solidFill>
                  <a:srgbClr val="2B404F"/>
                </a:solidFill>
              </a:rPr>
              <a:t>y</a:t>
            </a:r>
            <a:r>
              <a:rPr sz="1200" spc="-50" dirty="0">
                <a:solidFill>
                  <a:srgbClr val="2B404F"/>
                </a:solidFill>
              </a:rPr>
              <a:t> </a:t>
            </a:r>
            <a:r>
              <a:rPr sz="1200" dirty="0">
                <a:solidFill>
                  <a:srgbClr val="2B404F"/>
                </a:solidFill>
              </a:rPr>
              <a:t>procesar</a:t>
            </a:r>
            <a:r>
              <a:rPr sz="1200" spc="-65" dirty="0">
                <a:solidFill>
                  <a:srgbClr val="2B404F"/>
                </a:solidFill>
              </a:rPr>
              <a:t> </a:t>
            </a:r>
            <a:r>
              <a:rPr sz="1200" dirty="0">
                <a:solidFill>
                  <a:srgbClr val="2B404F"/>
                </a:solidFill>
              </a:rPr>
              <a:t>operaciones</a:t>
            </a:r>
            <a:r>
              <a:rPr sz="1200" spc="-50" dirty="0">
                <a:solidFill>
                  <a:srgbClr val="2B404F"/>
                </a:solidFill>
              </a:rPr>
              <a:t> </a:t>
            </a:r>
            <a:r>
              <a:rPr sz="1200" dirty="0">
                <a:solidFill>
                  <a:srgbClr val="2B404F"/>
                </a:solidFill>
              </a:rPr>
              <a:t>di</a:t>
            </a:r>
            <a:r>
              <a:rPr sz="1200" spc="-190" dirty="0">
                <a:solidFill>
                  <a:srgbClr val="2B404F"/>
                </a:solidFill>
              </a:rPr>
              <a:t> </a:t>
            </a:r>
            <a:r>
              <a:rPr sz="1200" dirty="0">
                <a:solidFill>
                  <a:srgbClr val="2B404F"/>
                </a:solidFill>
              </a:rPr>
              <a:t>arias</a:t>
            </a:r>
            <a:r>
              <a:rPr sz="1200" spc="-35" dirty="0">
                <a:solidFill>
                  <a:srgbClr val="2B404F"/>
                </a:solidFill>
              </a:rPr>
              <a:t> </a:t>
            </a:r>
            <a:r>
              <a:rPr sz="1200" spc="-25" dirty="0">
                <a:solidFill>
                  <a:srgbClr val="2B404F"/>
                </a:solidFill>
              </a:rPr>
              <a:t>con </a:t>
            </a:r>
            <a:r>
              <a:rPr sz="1200" spc="-10" dirty="0">
                <a:solidFill>
                  <a:srgbClr val="2B404F"/>
                </a:solidFill>
              </a:rPr>
              <a:t>seguridad,</a:t>
            </a:r>
            <a:r>
              <a:rPr sz="1200" spc="-50" dirty="0">
                <a:solidFill>
                  <a:srgbClr val="2B404F"/>
                </a:solidFill>
              </a:rPr>
              <a:t> </a:t>
            </a:r>
            <a:r>
              <a:rPr sz="1200" dirty="0">
                <a:solidFill>
                  <a:srgbClr val="2B404F"/>
                </a:solidFill>
              </a:rPr>
              <a:t>rendimiento</a:t>
            </a:r>
            <a:r>
              <a:rPr sz="1200" spc="-60" dirty="0">
                <a:solidFill>
                  <a:srgbClr val="2B404F"/>
                </a:solidFill>
              </a:rPr>
              <a:t> y</a:t>
            </a:r>
            <a:r>
              <a:rPr sz="1200" spc="-40" dirty="0">
                <a:solidFill>
                  <a:srgbClr val="2B404F"/>
                </a:solidFill>
              </a:rPr>
              <a:t> </a:t>
            </a:r>
            <a:r>
              <a:rPr sz="1200" spc="-10" dirty="0">
                <a:solidFill>
                  <a:srgbClr val="2B404F"/>
                </a:solidFill>
              </a:rPr>
              <a:t>gobernanza</a:t>
            </a:r>
            <a:r>
              <a:rPr sz="1200" spc="-40" dirty="0">
                <a:solidFill>
                  <a:srgbClr val="2B404F"/>
                </a:solidFill>
              </a:rPr>
              <a:t> </a:t>
            </a:r>
            <a:r>
              <a:rPr sz="1200" dirty="0">
                <a:solidFill>
                  <a:srgbClr val="2B404F"/>
                </a:solidFill>
              </a:rPr>
              <a:t>consistentes,</a:t>
            </a:r>
            <a:r>
              <a:rPr sz="1200" spc="-80" dirty="0">
                <a:solidFill>
                  <a:srgbClr val="2B404F"/>
                </a:solidFill>
              </a:rPr>
              <a:t> </a:t>
            </a:r>
            <a:r>
              <a:rPr sz="1200" dirty="0">
                <a:solidFill>
                  <a:srgbClr val="2B404F"/>
                </a:solidFill>
              </a:rPr>
              <a:t>todo</a:t>
            </a:r>
            <a:r>
              <a:rPr sz="1200" spc="-55" dirty="0">
                <a:solidFill>
                  <a:srgbClr val="2B404F"/>
                </a:solidFill>
              </a:rPr>
              <a:t> </a:t>
            </a:r>
            <a:r>
              <a:rPr sz="1200" dirty="0">
                <a:solidFill>
                  <a:srgbClr val="2B404F"/>
                </a:solidFill>
              </a:rPr>
              <a:t>ello</a:t>
            </a:r>
            <a:r>
              <a:rPr sz="1200" spc="-45" dirty="0">
                <a:solidFill>
                  <a:srgbClr val="2B404F"/>
                </a:solidFill>
              </a:rPr>
              <a:t> </a:t>
            </a:r>
            <a:r>
              <a:rPr sz="1200" dirty="0">
                <a:solidFill>
                  <a:srgbClr val="2B404F"/>
                </a:solidFill>
              </a:rPr>
              <a:t>sin</a:t>
            </a:r>
            <a:r>
              <a:rPr sz="1200" spc="-50" dirty="0">
                <a:solidFill>
                  <a:srgbClr val="2B404F"/>
                </a:solidFill>
              </a:rPr>
              <a:t> </a:t>
            </a:r>
            <a:r>
              <a:rPr sz="1200" dirty="0">
                <a:solidFill>
                  <a:srgbClr val="2B404F"/>
                </a:solidFill>
              </a:rPr>
              <a:t>añadir</a:t>
            </a:r>
            <a:r>
              <a:rPr sz="1200" spc="-50" dirty="0">
                <a:solidFill>
                  <a:srgbClr val="2B404F"/>
                </a:solidFill>
              </a:rPr>
              <a:t> </a:t>
            </a:r>
            <a:r>
              <a:rPr sz="1200" dirty="0">
                <a:solidFill>
                  <a:srgbClr val="2B404F"/>
                </a:solidFill>
              </a:rPr>
              <a:t>complejidad</a:t>
            </a:r>
            <a:r>
              <a:rPr sz="1200" spc="-50" dirty="0">
                <a:solidFill>
                  <a:srgbClr val="2B404F"/>
                </a:solidFill>
              </a:rPr>
              <a:t> </a:t>
            </a:r>
            <a:r>
              <a:rPr sz="1200" dirty="0">
                <a:solidFill>
                  <a:srgbClr val="2B404F"/>
                </a:solidFill>
              </a:rPr>
              <a:t>ni</a:t>
            </a:r>
            <a:r>
              <a:rPr sz="1200" spc="-35" dirty="0">
                <a:solidFill>
                  <a:srgbClr val="2B404F"/>
                </a:solidFill>
              </a:rPr>
              <a:t> </a:t>
            </a:r>
            <a:r>
              <a:rPr sz="1200" spc="-20" dirty="0">
                <a:solidFill>
                  <a:srgbClr val="2B404F"/>
                </a:solidFill>
              </a:rPr>
              <a:t>tener</a:t>
            </a:r>
            <a:r>
              <a:rPr sz="1200" spc="-60" dirty="0">
                <a:solidFill>
                  <a:srgbClr val="2B404F"/>
                </a:solidFill>
              </a:rPr>
              <a:t> </a:t>
            </a:r>
            <a:r>
              <a:rPr sz="1200" dirty="0">
                <a:solidFill>
                  <a:srgbClr val="2B404F"/>
                </a:solidFill>
              </a:rPr>
              <a:t>que</a:t>
            </a:r>
            <a:r>
              <a:rPr sz="1200" spc="-35" dirty="0">
                <a:solidFill>
                  <a:srgbClr val="2B404F"/>
                </a:solidFill>
              </a:rPr>
              <a:t> </a:t>
            </a:r>
            <a:r>
              <a:rPr sz="1200" dirty="0">
                <a:solidFill>
                  <a:srgbClr val="2B404F"/>
                </a:solidFill>
              </a:rPr>
              <a:t>copiar</a:t>
            </a:r>
            <a:r>
              <a:rPr sz="1200" spc="-60" dirty="0">
                <a:solidFill>
                  <a:srgbClr val="2B404F"/>
                </a:solidFill>
              </a:rPr>
              <a:t> </a:t>
            </a:r>
            <a:r>
              <a:rPr sz="1200" spc="-10" dirty="0">
                <a:solidFill>
                  <a:srgbClr val="2B404F"/>
                </a:solidFill>
              </a:rPr>
              <a:t>datos.</a:t>
            </a:r>
            <a:endParaRPr sz="1200"/>
          </a:p>
        </p:txBody>
      </p:sp>
      <p:sp>
        <p:nvSpPr>
          <p:cNvPr id="7" name="object 7"/>
          <p:cNvSpPr txBox="1"/>
          <p:nvPr/>
        </p:nvSpPr>
        <p:spPr>
          <a:xfrm>
            <a:off x="587375" y="2228214"/>
            <a:ext cx="2423160" cy="1146810"/>
          </a:xfrm>
          <a:prstGeom prst="rect">
            <a:avLst/>
          </a:prstGeom>
        </p:spPr>
        <p:txBody>
          <a:bodyPr vert="horz" wrap="square" lIns="0" tIns="13335" rIns="0" bIns="0" rtlCol="0">
            <a:spAutoFit/>
          </a:bodyPr>
          <a:lstStyle/>
          <a:p>
            <a:pPr marL="621665">
              <a:lnSpc>
                <a:spcPct val="100000"/>
              </a:lnSpc>
              <a:spcBef>
                <a:spcPts val="105"/>
              </a:spcBef>
            </a:pPr>
            <a:r>
              <a:rPr sz="1100" b="1" spc="-10" dirty="0">
                <a:solidFill>
                  <a:srgbClr val="114E71"/>
                </a:solidFill>
                <a:latin typeface="Trebuchet MS"/>
                <a:cs typeface="Trebuchet MS"/>
              </a:rPr>
              <a:t>Apache</a:t>
            </a:r>
            <a:r>
              <a:rPr sz="1100" b="1" spc="-75" dirty="0">
                <a:solidFill>
                  <a:srgbClr val="114E71"/>
                </a:solidFill>
                <a:latin typeface="Trebuchet MS"/>
                <a:cs typeface="Trebuchet MS"/>
              </a:rPr>
              <a:t> </a:t>
            </a:r>
            <a:r>
              <a:rPr sz="1100" b="1" dirty="0">
                <a:solidFill>
                  <a:srgbClr val="114E71"/>
                </a:solidFill>
                <a:latin typeface="Trebuchet MS"/>
                <a:cs typeface="Trebuchet MS"/>
              </a:rPr>
              <a:t>Spark</a:t>
            </a:r>
            <a:r>
              <a:rPr sz="1100" b="1" spc="-75" dirty="0">
                <a:solidFill>
                  <a:srgbClr val="114E71"/>
                </a:solidFill>
                <a:latin typeface="Trebuchet MS"/>
                <a:cs typeface="Trebuchet MS"/>
              </a:rPr>
              <a:t> </a:t>
            </a:r>
            <a:r>
              <a:rPr sz="1100" b="1" spc="-10" dirty="0">
                <a:solidFill>
                  <a:srgbClr val="114E71"/>
                </a:solidFill>
                <a:latin typeface="Trebuchet MS"/>
                <a:cs typeface="Trebuchet MS"/>
              </a:rPr>
              <a:t>Nativo</a:t>
            </a:r>
            <a:endParaRPr sz="1100">
              <a:latin typeface="Trebuchet MS"/>
              <a:cs typeface="Trebuchet MS"/>
            </a:endParaRPr>
          </a:p>
          <a:p>
            <a:pPr>
              <a:lnSpc>
                <a:spcPct val="100000"/>
              </a:lnSpc>
              <a:spcBef>
                <a:spcPts val="530"/>
              </a:spcBef>
            </a:pPr>
            <a:endParaRPr sz="1100">
              <a:latin typeface="Trebuchet MS"/>
              <a:cs typeface="Trebuchet MS"/>
            </a:endParaRPr>
          </a:p>
          <a:p>
            <a:pPr marL="227965" marR="325120">
              <a:lnSpc>
                <a:spcPct val="124900"/>
              </a:lnSpc>
            </a:pPr>
            <a:r>
              <a:rPr sz="950" spc="-10" dirty="0">
                <a:solidFill>
                  <a:srgbClr val="2B404F"/>
                </a:solidFill>
                <a:latin typeface="Tahoma"/>
                <a:cs typeface="Tahoma"/>
              </a:rPr>
              <a:t>Motor</a:t>
            </a:r>
            <a:r>
              <a:rPr sz="950" spc="-70" dirty="0">
                <a:solidFill>
                  <a:srgbClr val="2B404F"/>
                </a:solidFill>
                <a:latin typeface="Tahoma"/>
                <a:cs typeface="Tahoma"/>
              </a:rPr>
              <a:t> </a:t>
            </a:r>
            <a:r>
              <a:rPr sz="950" spc="-10" dirty="0">
                <a:solidFill>
                  <a:srgbClr val="2B404F"/>
                </a:solidFill>
                <a:latin typeface="Tahoma"/>
                <a:cs typeface="Tahoma"/>
              </a:rPr>
              <a:t>de</a:t>
            </a:r>
            <a:r>
              <a:rPr sz="950" spc="-60" dirty="0">
                <a:solidFill>
                  <a:srgbClr val="2B404F"/>
                </a:solidFill>
                <a:latin typeface="Tahoma"/>
                <a:cs typeface="Tahoma"/>
              </a:rPr>
              <a:t> </a:t>
            </a:r>
            <a:r>
              <a:rPr sz="950" dirty="0">
                <a:solidFill>
                  <a:srgbClr val="2B404F"/>
                </a:solidFill>
                <a:latin typeface="Tahoma"/>
                <a:cs typeface="Tahoma"/>
              </a:rPr>
              <a:t>procesamiento</a:t>
            </a:r>
            <a:r>
              <a:rPr sz="950" spc="-65" dirty="0">
                <a:solidFill>
                  <a:srgbClr val="2B404F"/>
                </a:solidFill>
                <a:latin typeface="Tahoma"/>
                <a:cs typeface="Tahoma"/>
              </a:rPr>
              <a:t> </a:t>
            </a:r>
            <a:r>
              <a:rPr sz="950" spc="-10" dirty="0">
                <a:solidFill>
                  <a:srgbClr val="2B404F"/>
                </a:solidFill>
                <a:latin typeface="Tahoma"/>
                <a:cs typeface="Tahoma"/>
              </a:rPr>
              <a:t>distribuido ultra-rápido.</a:t>
            </a:r>
            <a:r>
              <a:rPr sz="950" spc="-35" dirty="0">
                <a:solidFill>
                  <a:srgbClr val="2B404F"/>
                </a:solidFill>
                <a:latin typeface="Tahoma"/>
                <a:cs typeface="Tahoma"/>
              </a:rPr>
              <a:t> </a:t>
            </a:r>
            <a:r>
              <a:rPr sz="950" dirty="0">
                <a:solidFill>
                  <a:srgbClr val="2B404F"/>
                </a:solidFill>
                <a:latin typeface="Tahoma"/>
                <a:cs typeface="Tahoma"/>
              </a:rPr>
              <a:t>Procesa</a:t>
            </a:r>
            <a:r>
              <a:rPr sz="950" spc="-40" dirty="0">
                <a:solidFill>
                  <a:srgbClr val="2B404F"/>
                </a:solidFill>
                <a:latin typeface="Tahoma"/>
                <a:cs typeface="Tahoma"/>
              </a:rPr>
              <a:t> </a:t>
            </a:r>
            <a:r>
              <a:rPr sz="950" spc="-10" dirty="0">
                <a:solidFill>
                  <a:srgbClr val="2B404F"/>
                </a:solidFill>
                <a:latin typeface="Tahoma"/>
                <a:cs typeface="Tahoma"/>
              </a:rPr>
              <a:t>petabytes</a:t>
            </a:r>
            <a:r>
              <a:rPr sz="950" spc="-45" dirty="0">
                <a:solidFill>
                  <a:srgbClr val="2B404F"/>
                </a:solidFill>
                <a:latin typeface="Tahoma"/>
                <a:cs typeface="Tahoma"/>
              </a:rPr>
              <a:t> </a:t>
            </a:r>
            <a:r>
              <a:rPr sz="950" spc="-25" dirty="0">
                <a:solidFill>
                  <a:srgbClr val="2B404F"/>
                </a:solidFill>
                <a:latin typeface="Tahoma"/>
                <a:cs typeface="Tahoma"/>
              </a:rPr>
              <a:t>de </a:t>
            </a:r>
            <a:r>
              <a:rPr sz="950" dirty="0">
                <a:solidFill>
                  <a:srgbClr val="2B404F"/>
                </a:solidFill>
                <a:latin typeface="Tahoma"/>
                <a:cs typeface="Tahoma"/>
              </a:rPr>
              <a:t>datos</a:t>
            </a:r>
            <a:r>
              <a:rPr sz="950" spc="-80" dirty="0">
                <a:solidFill>
                  <a:srgbClr val="2B404F"/>
                </a:solidFill>
                <a:latin typeface="Tahoma"/>
                <a:cs typeface="Tahoma"/>
              </a:rPr>
              <a:t> </a:t>
            </a:r>
            <a:r>
              <a:rPr sz="950" spc="-10" dirty="0">
                <a:solidFill>
                  <a:srgbClr val="2B404F"/>
                </a:solidFill>
                <a:latin typeface="Tahoma"/>
                <a:cs typeface="Tahoma"/>
              </a:rPr>
              <a:t>en</a:t>
            </a:r>
            <a:r>
              <a:rPr sz="950" spc="-80" dirty="0">
                <a:solidFill>
                  <a:srgbClr val="2B404F"/>
                </a:solidFill>
                <a:latin typeface="Tahoma"/>
                <a:cs typeface="Tahoma"/>
              </a:rPr>
              <a:t> </a:t>
            </a:r>
            <a:r>
              <a:rPr sz="950" dirty="0">
                <a:solidFill>
                  <a:srgbClr val="2B404F"/>
                </a:solidFill>
                <a:latin typeface="Tahoma"/>
                <a:cs typeface="Tahoma"/>
              </a:rPr>
              <a:t>minutos</a:t>
            </a:r>
            <a:r>
              <a:rPr sz="950" spc="-80" dirty="0">
                <a:solidFill>
                  <a:srgbClr val="2B404F"/>
                </a:solidFill>
                <a:latin typeface="Tahoma"/>
                <a:cs typeface="Tahoma"/>
              </a:rPr>
              <a:t> </a:t>
            </a:r>
            <a:r>
              <a:rPr sz="950" dirty="0">
                <a:solidFill>
                  <a:srgbClr val="2B404F"/>
                </a:solidFill>
                <a:latin typeface="Tahoma"/>
                <a:cs typeface="Tahoma"/>
              </a:rPr>
              <a:t>con</a:t>
            </a:r>
            <a:r>
              <a:rPr sz="950" spc="-65" dirty="0">
                <a:solidFill>
                  <a:srgbClr val="2B404F"/>
                </a:solidFill>
                <a:latin typeface="Tahoma"/>
                <a:cs typeface="Tahoma"/>
              </a:rPr>
              <a:t> </a:t>
            </a:r>
            <a:r>
              <a:rPr sz="950" spc="-10" dirty="0">
                <a:solidFill>
                  <a:srgbClr val="2B404F"/>
                </a:solidFill>
                <a:latin typeface="Tahoma"/>
                <a:cs typeface="Tahoma"/>
              </a:rPr>
              <a:t>computación en</a:t>
            </a:r>
            <a:r>
              <a:rPr sz="950" spc="-110" dirty="0">
                <a:solidFill>
                  <a:srgbClr val="2B404F"/>
                </a:solidFill>
                <a:latin typeface="Tahoma"/>
                <a:cs typeface="Tahoma"/>
              </a:rPr>
              <a:t> </a:t>
            </a:r>
            <a:r>
              <a:rPr sz="950" spc="-10" dirty="0">
                <a:solidFill>
                  <a:srgbClr val="2B404F"/>
                </a:solidFill>
                <a:latin typeface="Tahoma"/>
                <a:cs typeface="Tahoma"/>
              </a:rPr>
              <a:t>memoria.</a:t>
            </a:r>
            <a:endParaRPr sz="950">
              <a:latin typeface="Tahoma"/>
              <a:cs typeface="Tahoma"/>
            </a:endParaRPr>
          </a:p>
        </p:txBody>
      </p:sp>
      <p:grpSp>
        <p:nvGrpSpPr>
          <p:cNvPr id="8" name="object 8"/>
          <p:cNvGrpSpPr/>
          <p:nvPr/>
        </p:nvGrpSpPr>
        <p:grpSpPr>
          <a:xfrm>
            <a:off x="2980944" y="1906523"/>
            <a:ext cx="2623820" cy="2029460"/>
            <a:chOff x="2980944" y="1906523"/>
            <a:chExt cx="2623820" cy="2029460"/>
          </a:xfrm>
        </p:grpSpPr>
        <p:pic>
          <p:nvPicPr>
            <p:cNvPr id="9" name="object 9"/>
            <p:cNvPicPr/>
            <p:nvPr/>
          </p:nvPicPr>
          <p:blipFill>
            <a:blip r:embed="rId2" cstate="print"/>
            <a:stretch>
              <a:fillRect/>
            </a:stretch>
          </p:blipFill>
          <p:spPr>
            <a:xfrm>
              <a:off x="2980944" y="1906523"/>
              <a:ext cx="2623566" cy="2029206"/>
            </a:xfrm>
            <a:prstGeom prst="rect">
              <a:avLst/>
            </a:prstGeom>
          </p:spPr>
        </p:pic>
        <p:sp>
          <p:nvSpPr>
            <p:cNvPr id="10" name="object 10"/>
            <p:cNvSpPr/>
            <p:nvPr/>
          </p:nvSpPr>
          <p:spPr>
            <a:xfrm>
              <a:off x="3101975" y="1991867"/>
              <a:ext cx="2423160" cy="1828800"/>
            </a:xfrm>
            <a:custGeom>
              <a:avLst/>
              <a:gdLst/>
              <a:ahLst/>
              <a:cxnLst/>
              <a:rect l="l" t="t" r="r" b="b"/>
              <a:pathLst>
                <a:path w="2423160" h="1828800">
                  <a:moveTo>
                    <a:pt x="2423160" y="0"/>
                  </a:moveTo>
                  <a:lnTo>
                    <a:pt x="0" y="0"/>
                  </a:lnTo>
                  <a:lnTo>
                    <a:pt x="0" y="1828799"/>
                  </a:lnTo>
                  <a:lnTo>
                    <a:pt x="2423160" y="1828799"/>
                  </a:lnTo>
                  <a:lnTo>
                    <a:pt x="2423160" y="0"/>
                  </a:lnTo>
                  <a:close/>
                </a:path>
              </a:pathLst>
            </a:custGeom>
            <a:solidFill>
              <a:srgbClr val="FCFCFC"/>
            </a:solidFill>
          </p:spPr>
          <p:txBody>
            <a:bodyPr wrap="square" lIns="0" tIns="0" rIns="0" bIns="0" rtlCol="0"/>
            <a:lstStyle/>
            <a:p>
              <a:endParaRPr/>
            </a:p>
          </p:txBody>
        </p:sp>
        <p:sp>
          <p:nvSpPr>
            <p:cNvPr id="11" name="object 11"/>
            <p:cNvSpPr/>
            <p:nvPr/>
          </p:nvSpPr>
          <p:spPr>
            <a:xfrm>
              <a:off x="3101975" y="1991867"/>
              <a:ext cx="2423160" cy="45720"/>
            </a:xfrm>
            <a:custGeom>
              <a:avLst/>
              <a:gdLst/>
              <a:ahLst/>
              <a:cxnLst/>
              <a:rect l="l" t="t" r="r" b="b"/>
              <a:pathLst>
                <a:path w="2423160" h="45719">
                  <a:moveTo>
                    <a:pt x="2423160" y="0"/>
                  </a:moveTo>
                  <a:lnTo>
                    <a:pt x="0" y="0"/>
                  </a:lnTo>
                  <a:lnTo>
                    <a:pt x="0" y="45720"/>
                  </a:lnTo>
                  <a:lnTo>
                    <a:pt x="2423160" y="45720"/>
                  </a:lnTo>
                  <a:lnTo>
                    <a:pt x="2423160" y="0"/>
                  </a:lnTo>
                  <a:close/>
                </a:path>
              </a:pathLst>
            </a:custGeom>
            <a:solidFill>
              <a:srgbClr val="163D63"/>
            </a:solidFill>
          </p:spPr>
          <p:txBody>
            <a:bodyPr wrap="square" lIns="0" tIns="0" rIns="0" bIns="0" rtlCol="0"/>
            <a:lstStyle/>
            <a:p>
              <a:endParaRPr/>
            </a:p>
          </p:txBody>
        </p:sp>
        <p:pic>
          <p:nvPicPr>
            <p:cNvPr id="12" name="object 12" descr="preencoded.png"/>
            <p:cNvPicPr/>
            <p:nvPr/>
          </p:nvPicPr>
          <p:blipFill>
            <a:blip r:embed="rId4" cstate="print"/>
            <a:stretch>
              <a:fillRect/>
            </a:stretch>
          </p:blipFill>
          <p:spPr>
            <a:xfrm>
              <a:off x="3284855" y="2156459"/>
              <a:ext cx="347472" cy="347472"/>
            </a:xfrm>
            <a:prstGeom prst="rect">
              <a:avLst/>
            </a:prstGeom>
          </p:spPr>
        </p:pic>
      </p:grpSp>
      <p:sp>
        <p:nvSpPr>
          <p:cNvPr id="13" name="object 13"/>
          <p:cNvSpPr txBox="1"/>
          <p:nvPr/>
        </p:nvSpPr>
        <p:spPr>
          <a:xfrm>
            <a:off x="3101975" y="2228214"/>
            <a:ext cx="2423160" cy="1146810"/>
          </a:xfrm>
          <a:prstGeom prst="rect">
            <a:avLst/>
          </a:prstGeom>
        </p:spPr>
        <p:txBody>
          <a:bodyPr vert="horz" wrap="square" lIns="0" tIns="13335" rIns="0" bIns="0" rtlCol="0">
            <a:spAutoFit/>
          </a:bodyPr>
          <a:lstStyle/>
          <a:p>
            <a:pPr marL="622300">
              <a:lnSpc>
                <a:spcPct val="100000"/>
              </a:lnSpc>
              <a:spcBef>
                <a:spcPts val="105"/>
              </a:spcBef>
            </a:pPr>
            <a:r>
              <a:rPr sz="1100" b="1" spc="-30" dirty="0">
                <a:solidFill>
                  <a:srgbClr val="114E71"/>
                </a:solidFill>
                <a:latin typeface="Trebuchet MS"/>
                <a:cs typeface="Trebuchet MS"/>
              </a:rPr>
              <a:t>Arquitectura</a:t>
            </a:r>
            <a:r>
              <a:rPr sz="1100" b="1" spc="-80" dirty="0">
                <a:solidFill>
                  <a:srgbClr val="114E71"/>
                </a:solidFill>
                <a:latin typeface="Trebuchet MS"/>
                <a:cs typeface="Trebuchet MS"/>
              </a:rPr>
              <a:t> </a:t>
            </a:r>
            <a:r>
              <a:rPr sz="1100" b="1" spc="-10" dirty="0">
                <a:solidFill>
                  <a:srgbClr val="114E71"/>
                </a:solidFill>
                <a:latin typeface="Trebuchet MS"/>
                <a:cs typeface="Trebuchet MS"/>
              </a:rPr>
              <a:t>Lakehouse</a:t>
            </a:r>
            <a:endParaRPr sz="1100">
              <a:latin typeface="Trebuchet MS"/>
              <a:cs typeface="Trebuchet MS"/>
            </a:endParaRPr>
          </a:p>
          <a:p>
            <a:pPr>
              <a:lnSpc>
                <a:spcPct val="100000"/>
              </a:lnSpc>
              <a:spcBef>
                <a:spcPts val="530"/>
              </a:spcBef>
            </a:pPr>
            <a:endParaRPr sz="1100">
              <a:latin typeface="Trebuchet MS"/>
              <a:cs typeface="Trebuchet MS"/>
            </a:endParaRPr>
          </a:p>
          <a:p>
            <a:pPr marL="229235" marR="307975">
              <a:lnSpc>
                <a:spcPct val="124900"/>
              </a:lnSpc>
            </a:pPr>
            <a:r>
              <a:rPr sz="950" dirty="0">
                <a:solidFill>
                  <a:srgbClr val="2B404F"/>
                </a:solidFill>
                <a:latin typeface="Tahoma"/>
                <a:cs typeface="Tahoma"/>
              </a:rPr>
              <a:t>Combina</a:t>
            </a:r>
            <a:r>
              <a:rPr sz="950" spc="-70" dirty="0">
                <a:solidFill>
                  <a:srgbClr val="2B404F"/>
                </a:solidFill>
                <a:latin typeface="Tahoma"/>
                <a:cs typeface="Tahoma"/>
              </a:rPr>
              <a:t> </a:t>
            </a:r>
            <a:r>
              <a:rPr sz="950" dirty="0">
                <a:solidFill>
                  <a:srgbClr val="2B404F"/>
                </a:solidFill>
                <a:latin typeface="Tahoma"/>
                <a:cs typeface="Tahoma"/>
              </a:rPr>
              <a:t>la</a:t>
            </a:r>
            <a:r>
              <a:rPr sz="950" spc="-90" dirty="0">
                <a:solidFill>
                  <a:srgbClr val="2B404F"/>
                </a:solidFill>
                <a:latin typeface="Tahoma"/>
                <a:cs typeface="Tahoma"/>
              </a:rPr>
              <a:t> </a:t>
            </a:r>
            <a:r>
              <a:rPr sz="950" dirty="0">
                <a:solidFill>
                  <a:srgbClr val="2B404F"/>
                </a:solidFill>
                <a:latin typeface="Tahoma"/>
                <a:cs typeface="Tahoma"/>
              </a:rPr>
              <a:t>flexibilidad</a:t>
            </a:r>
            <a:r>
              <a:rPr sz="950" spc="-60" dirty="0">
                <a:solidFill>
                  <a:srgbClr val="2B404F"/>
                </a:solidFill>
                <a:latin typeface="Tahoma"/>
                <a:cs typeface="Tahoma"/>
              </a:rPr>
              <a:t> </a:t>
            </a:r>
            <a:r>
              <a:rPr sz="950" spc="-10" dirty="0">
                <a:solidFill>
                  <a:srgbClr val="2B404F"/>
                </a:solidFill>
                <a:latin typeface="Tahoma"/>
                <a:cs typeface="Tahoma"/>
              </a:rPr>
              <a:t>de</a:t>
            </a:r>
            <a:r>
              <a:rPr sz="950" spc="-70" dirty="0">
                <a:solidFill>
                  <a:srgbClr val="2B404F"/>
                </a:solidFill>
                <a:latin typeface="Tahoma"/>
                <a:cs typeface="Tahoma"/>
              </a:rPr>
              <a:t> </a:t>
            </a:r>
            <a:r>
              <a:rPr sz="950" spc="-10" dirty="0">
                <a:solidFill>
                  <a:srgbClr val="2B404F"/>
                </a:solidFill>
                <a:latin typeface="Tahoma"/>
                <a:cs typeface="Tahoma"/>
              </a:rPr>
              <a:t>un</a:t>
            </a:r>
            <a:r>
              <a:rPr sz="950" spc="-90" dirty="0">
                <a:solidFill>
                  <a:srgbClr val="2B404F"/>
                </a:solidFill>
                <a:latin typeface="Tahoma"/>
                <a:cs typeface="Tahoma"/>
              </a:rPr>
              <a:t> </a:t>
            </a:r>
            <a:r>
              <a:rPr sz="950" spc="-20" dirty="0">
                <a:solidFill>
                  <a:srgbClr val="2B404F"/>
                </a:solidFill>
                <a:latin typeface="Tahoma"/>
                <a:cs typeface="Tahoma"/>
              </a:rPr>
              <a:t>Data Lake</a:t>
            </a:r>
            <a:r>
              <a:rPr sz="950" spc="-60" dirty="0">
                <a:solidFill>
                  <a:srgbClr val="2B404F"/>
                </a:solidFill>
                <a:latin typeface="Tahoma"/>
                <a:cs typeface="Tahoma"/>
              </a:rPr>
              <a:t> </a:t>
            </a:r>
            <a:r>
              <a:rPr sz="950" dirty="0">
                <a:solidFill>
                  <a:srgbClr val="2B404F"/>
                </a:solidFill>
                <a:latin typeface="Tahoma"/>
                <a:cs typeface="Tahoma"/>
              </a:rPr>
              <a:t>con</a:t>
            </a:r>
            <a:r>
              <a:rPr sz="950" spc="-55" dirty="0">
                <a:solidFill>
                  <a:srgbClr val="2B404F"/>
                </a:solidFill>
                <a:latin typeface="Tahoma"/>
                <a:cs typeface="Tahoma"/>
              </a:rPr>
              <a:t> </a:t>
            </a:r>
            <a:r>
              <a:rPr sz="950" dirty="0">
                <a:solidFill>
                  <a:srgbClr val="2B404F"/>
                </a:solidFill>
                <a:latin typeface="Tahoma"/>
                <a:cs typeface="Tahoma"/>
              </a:rPr>
              <a:t>la</a:t>
            </a:r>
            <a:r>
              <a:rPr sz="950" spc="-80" dirty="0">
                <a:solidFill>
                  <a:srgbClr val="2B404F"/>
                </a:solidFill>
                <a:latin typeface="Tahoma"/>
                <a:cs typeface="Tahoma"/>
              </a:rPr>
              <a:t> </a:t>
            </a:r>
            <a:r>
              <a:rPr sz="950" dirty="0">
                <a:solidFill>
                  <a:srgbClr val="2B404F"/>
                </a:solidFill>
                <a:latin typeface="Tahoma"/>
                <a:cs typeface="Tahoma"/>
              </a:rPr>
              <a:t>confiabilidad</a:t>
            </a:r>
            <a:r>
              <a:rPr sz="950" spc="-50" dirty="0">
                <a:solidFill>
                  <a:srgbClr val="2B404F"/>
                </a:solidFill>
                <a:latin typeface="Tahoma"/>
                <a:cs typeface="Tahoma"/>
              </a:rPr>
              <a:t> </a:t>
            </a:r>
            <a:r>
              <a:rPr sz="950" spc="-10" dirty="0">
                <a:solidFill>
                  <a:srgbClr val="2B404F"/>
                </a:solidFill>
                <a:latin typeface="Tahoma"/>
                <a:cs typeface="Tahoma"/>
              </a:rPr>
              <a:t>de</a:t>
            </a:r>
            <a:r>
              <a:rPr sz="950" spc="-60" dirty="0">
                <a:solidFill>
                  <a:srgbClr val="2B404F"/>
                </a:solidFill>
                <a:latin typeface="Tahoma"/>
                <a:cs typeface="Tahoma"/>
              </a:rPr>
              <a:t> </a:t>
            </a:r>
            <a:r>
              <a:rPr sz="950" spc="-10" dirty="0">
                <a:solidFill>
                  <a:srgbClr val="2B404F"/>
                </a:solidFill>
                <a:latin typeface="Tahoma"/>
                <a:cs typeface="Tahoma"/>
              </a:rPr>
              <a:t>un</a:t>
            </a:r>
            <a:r>
              <a:rPr sz="950" spc="-80" dirty="0">
                <a:solidFill>
                  <a:srgbClr val="2B404F"/>
                </a:solidFill>
                <a:latin typeface="Tahoma"/>
                <a:cs typeface="Tahoma"/>
              </a:rPr>
              <a:t> </a:t>
            </a:r>
            <a:r>
              <a:rPr sz="950" spc="-20" dirty="0">
                <a:solidFill>
                  <a:srgbClr val="2B404F"/>
                </a:solidFill>
                <a:latin typeface="Tahoma"/>
                <a:cs typeface="Tahoma"/>
              </a:rPr>
              <a:t>Data </a:t>
            </a:r>
            <a:r>
              <a:rPr sz="950" spc="-10" dirty="0">
                <a:solidFill>
                  <a:srgbClr val="2B404F"/>
                </a:solidFill>
                <a:latin typeface="Tahoma"/>
                <a:cs typeface="Tahoma"/>
              </a:rPr>
              <a:t>Warehouse</a:t>
            </a:r>
            <a:r>
              <a:rPr sz="950" spc="-80" dirty="0">
                <a:solidFill>
                  <a:srgbClr val="2B404F"/>
                </a:solidFill>
                <a:latin typeface="Tahoma"/>
                <a:cs typeface="Tahoma"/>
              </a:rPr>
              <a:t> </a:t>
            </a:r>
            <a:r>
              <a:rPr sz="950" spc="-10" dirty="0">
                <a:solidFill>
                  <a:srgbClr val="2B404F"/>
                </a:solidFill>
                <a:latin typeface="Tahoma"/>
                <a:cs typeface="Tahoma"/>
              </a:rPr>
              <a:t>en</a:t>
            </a:r>
            <a:r>
              <a:rPr sz="950" spc="-75" dirty="0">
                <a:solidFill>
                  <a:srgbClr val="2B404F"/>
                </a:solidFill>
                <a:latin typeface="Tahoma"/>
                <a:cs typeface="Tahoma"/>
              </a:rPr>
              <a:t> </a:t>
            </a:r>
            <a:r>
              <a:rPr sz="950" spc="-10" dirty="0">
                <a:solidFill>
                  <a:srgbClr val="2B404F"/>
                </a:solidFill>
                <a:latin typeface="Tahoma"/>
                <a:cs typeface="Tahoma"/>
              </a:rPr>
              <a:t>una</a:t>
            </a:r>
            <a:r>
              <a:rPr sz="950" spc="-80" dirty="0">
                <a:solidFill>
                  <a:srgbClr val="2B404F"/>
                </a:solidFill>
                <a:latin typeface="Tahoma"/>
                <a:cs typeface="Tahoma"/>
              </a:rPr>
              <a:t> </a:t>
            </a:r>
            <a:r>
              <a:rPr sz="950" dirty="0">
                <a:solidFill>
                  <a:srgbClr val="2B404F"/>
                </a:solidFill>
                <a:latin typeface="Tahoma"/>
                <a:cs typeface="Tahoma"/>
              </a:rPr>
              <a:t>sola</a:t>
            </a:r>
            <a:r>
              <a:rPr sz="950" spc="-65" dirty="0">
                <a:solidFill>
                  <a:srgbClr val="2B404F"/>
                </a:solidFill>
                <a:latin typeface="Tahoma"/>
                <a:cs typeface="Tahoma"/>
              </a:rPr>
              <a:t> </a:t>
            </a:r>
            <a:r>
              <a:rPr sz="950" spc="-20" dirty="0">
                <a:solidFill>
                  <a:srgbClr val="2B404F"/>
                </a:solidFill>
                <a:latin typeface="Tahoma"/>
                <a:cs typeface="Tahoma"/>
              </a:rPr>
              <a:t>capa </a:t>
            </a:r>
            <a:r>
              <a:rPr sz="950" spc="-10" dirty="0">
                <a:solidFill>
                  <a:srgbClr val="2B404F"/>
                </a:solidFill>
                <a:latin typeface="Tahoma"/>
                <a:cs typeface="Tahoma"/>
              </a:rPr>
              <a:t>unificada.</a:t>
            </a:r>
            <a:endParaRPr sz="950">
              <a:latin typeface="Tahoma"/>
              <a:cs typeface="Tahoma"/>
            </a:endParaRPr>
          </a:p>
        </p:txBody>
      </p:sp>
      <p:grpSp>
        <p:nvGrpSpPr>
          <p:cNvPr id="14" name="object 14"/>
          <p:cNvGrpSpPr/>
          <p:nvPr/>
        </p:nvGrpSpPr>
        <p:grpSpPr>
          <a:xfrm>
            <a:off x="5495544" y="1906523"/>
            <a:ext cx="2623820" cy="2029460"/>
            <a:chOff x="5495544" y="1906523"/>
            <a:chExt cx="2623820" cy="2029460"/>
          </a:xfrm>
        </p:grpSpPr>
        <p:pic>
          <p:nvPicPr>
            <p:cNvPr id="15" name="object 15"/>
            <p:cNvPicPr/>
            <p:nvPr/>
          </p:nvPicPr>
          <p:blipFill>
            <a:blip r:embed="rId2" cstate="print"/>
            <a:stretch>
              <a:fillRect/>
            </a:stretch>
          </p:blipFill>
          <p:spPr>
            <a:xfrm>
              <a:off x="5495544" y="1906523"/>
              <a:ext cx="2623566" cy="2029206"/>
            </a:xfrm>
            <a:prstGeom prst="rect">
              <a:avLst/>
            </a:prstGeom>
          </p:spPr>
        </p:pic>
        <p:sp>
          <p:nvSpPr>
            <p:cNvPr id="16" name="object 16"/>
            <p:cNvSpPr/>
            <p:nvPr/>
          </p:nvSpPr>
          <p:spPr>
            <a:xfrm>
              <a:off x="5616575" y="1991867"/>
              <a:ext cx="2423160" cy="1828800"/>
            </a:xfrm>
            <a:custGeom>
              <a:avLst/>
              <a:gdLst/>
              <a:ahLst/>
              <a:cxnLst/>
              <a:rect l="l" t="t" r="r" b="b"/>
              <a:pathLst>
                <a:path w="2423159" h="1828800">
                  <a:moveTo>
                    <a:pt x="2423159" y="0"/>
                  </a:moveTo>
                  <a:lnTo>
                    <a:pt x="0" y="0"/>
                  </a:lnTo>
                  <a:lnTo>
                    <a:pt x="0" y="1828799"/>
                  </a:lnTo>
                  <a:lnTo>
                    <a:pt x="2423159" y="1828799"/>
                  </a:lnTo>
                  <a:lnTo>
                    <a:pt x="2423159" y="0"/>
                  </a:lnTo>
                  <a:close/>
                </a:path>
              </a:pathLst>
            </a:custGeom>
            <a:solidFill>
              <a:srgbClr val="FCFCFC"/>
            </a:solidFill>
          </p:spPr>
          <p:txBody>
            <a:bodyPr wrap="square" lIns="0" tIns="0" rIns="0" bIns="0" rtlCol="0"/>
            <a:lstStyle/>
            <a:p>
              <a:endParaRPr/>
            </a:p>
          </p:txBody>
        </p:sp>
        <p:sp>
          <p:nvSpPr>
            <p:cNvPr id="17" name="object 17"/>
            <p:cNvSpPr/>
            <p:nvPr/>
          </p:nvSpPr>
          <p:spPr>
            <a:xfrm>
              <a:off x="5616575" y="1991867"/>
              <a:ext cx="2423160" cy="45720"/>
            </a:xfrm>
            <a:custGeom>
              <a:avLst/>
              <a:gdLst/>
              <a:ahLst/>
              <a:cxnLst/>
              <a:rect l="l" t="t" r="r" b="b"/>
              <a:pathLst>
                <a:path w="2423159" h="45719">
                  <a:moveTo>
                    <a:pt x="2423159" y="0"/>
                  </a:moveTo>
                  <a:lnTo>
                    <a:pt x="0" y="0"/>
                  </a:lnTo>
                  <a:lnTo>
                    <a:pt x="0" y="45720"/>
                  </a:lnTo>
                  <a:lnTo>
                    <a:pt x="2423159" y="45720"/>
                  </a:lnTo>
                  <a:lnTo>
                    <a:pt x="2423159" y="0"/>
                  </a:lnTo>
                  <a:close/>
                </a:path>
              </a:pathLst>
            </a:custGeom>
            <a:solidFill>
              <a:srgbClr val="163D63"/>
            </a:solidFill>
          </p:spPr>
          <p:txBody>
            <a:bodyPr wrap="square" lIns="0" tIns="0" rIns="0" bIns="0" rtlCol="0"/>
            <a:lstStyle/>
            <a:p>
              <a:endParaRPr/>
            </a:p>
          </p:txBody>
        </p:sp>
        <p:pic>
          <p:nvPicPr>
            <p:cNvPr id="18" name="object 18" descr="preencoded.png"/>
            <p:cNvPicPr/>
            <p:nvPr/>
          </p:nvPicPr>
          <p:blipFill>
            <a:blip r:embed="rId5" cstate="print"/>
            <a:stretch>
              <a:fillRect/>
            </a:stretch>
          </p:blipFill>
          <p:spPr>
            <a:xfrm>
              <a:off x="5799455" y="2156459"/>
              <a:ext cx="347472" cy="347472"/>
            </a:xfrm>
            <a:prstGeom prst="rect">
              <a:avLst/>
            </a:prstGeom>
          </p:spPr>
        </p:pic>
      </p:grpSp>
      <p:sp>
        <p:nvSpPr>
          <p:cNvPr id="19" name="object 19"/>
          <p:cNvSpPr txBox="1"/>
          <p:nvPr/>
        </p:nvSpPr>
        <p:spPr>
          <a:xfrm>
            <a:off x="5616575" y="2228214"/>
            <a:ext cx="2423160" cy="1146810"/>
          </a:xfrm>
          <a:prstGeom prst="rect">
            <a:avLst/>
          </a:prstGeom>
        </p:spPr>
        <p:txBody>
          <a:bodyPr vert="horz" wrap="square" lIns="0" tIns="13335" rIns="0" bIns="0" rtlCol="0">
            <a:spAutoFit/>
          </a:bodyPr>
          <a:lstStyle/>
          <a:p>
            <a:pPr marL="622300">
              <a:lnSpc>
                <a:spcPct val="100000"/>
              </a:lnSpc>
              <a:spcBef>
                <a:spcPts val="105"/>
              </a:spcBef>
            </a:pPr>
            <a:r>
              <a:rPr sz="1100" b="1" dirty="0">
                <a:solidFill>
                  <a:srgbClr val="114E71"/>
                </a:solidFill>
                <a:latin typeface="Trebuchet MS"/>
                <a:cs typeface="Trebuchet MS"/>
              </a:rPr>
              <a:t>ML</a:t>
            </a:r>
            <a:r>
              <a:rPr sz="1100" b="1" spc="-110" dirty="0">
                <a:solidFill>
                  <a:srgbClr val="114E71"/>
                </a:solidFill>
                <a:latin typeface="Trebuchet MS"/>
                <a:cs typeface="Trebuchet MS"/>
              </a:rPr>
              <a:t> </a:t>
            </a:r>
            <a:r>
              <a:rPr sz="1100" b="1" spc="270" dirty="0">
                <a:solidFill>
                  <a:srgbClr val="114E71"/>
                </a:solidFill>
                <a:latin typeface="Trebuchet MS"/>
                <a:cs typeface="Trebuchet MS"/>
              </a:rPr>
              <a:t>s</a:t>
            </a:r>
            <a:r>
              <a:rPr sz="1100" b="1" spc="-95" dirty="0">
                <a:solidFill>
                  <a:srgbClr val="114E71"/>
                </a:solidFill>
                <a:latin typeface="Trebuchet MS"/>
                <a:cs typeface="Trebuchet MS"/>
              </a:rPr>
              <a:t> </a:t>
            </a:r>
            <a:r>
              <a:rPr sz="1100" b="1" spc="-10" dirty="0">
                <a:solidFill>
                  <a:srgbClr val="114E71"/>
                </a:solidFill>
                <a:latin typeface="Trebuchet MS"/>
                <a:cs typeface="Trebuchet MS"/>
              </a:rPr>
              <a:t>IA</a:t>
            </a:r>
            <a:r>
              <a:rPr sz="1100" b="1" spc="-95" dirty="0">
                <a:solidFill>
                  <a:srgbClr val="114E71"/>
                </a:solidFill>
                <a:latin typeface="Trebuchet MS"/>
                <a:cs typeface="Trebuchet MS"/>
              </a:rPr>
              <a:t> </a:t>
            </a:r>
            <a:r>
              <a:rPr sz="1100" b="1" spc="-10" dirty="0">
                <a:solidFill>
                  <a:srgbClr val="114E71"/>
                </a:solidFill>
                <a:latin typeface="Trebuchet MS"/>
                <a:cs typeface="Trebuchet MS"/>
              </a:rPr>
              <a:t>Integrada</a:t>
            </a:r>
            <a:endParaRPr sz="1100">
              <a:latin typeface="Trebuchet MS"/>
              <a:cs typeface="Trebuchet MS"/>
            </a:endParaRPr>
          </a:p>
          <a:p>
            <a:pPr>
              <a:lnSpc>
                <a:spcPct val="100000"/>
              </a:lnSpc>
              <a:spcBef>
                <a:spcPts val="530"/>
              </a:spcBef>
            </a:pPr>
            <a:endParaRPr sz="1100">
              <a:latin typeface="Trebuchet MS"/>
              <a:cs typeface="Trebuchet MS"/>
            </a:endParaRPr>
          </a:p>
          <a:p>
            <a:pPr marL="229235" marR="424180">
              <a:lnSpc>
                <a:spcPct val="124900"/>
              </a:lnSpc>
            </a:pPr>
            <a:r>
              <a:rPr sz="950" spc="-10" dirty="0">
                <a:solidFill>
                  <a:srgbClr val="2B404F"/>
                </a:solidFill>
                <a:latin typeface="Tahoma"/>
                <a:cs typeface="Tahoma"/>
              </a:rPr>
              <a:t>MLflow,</a:t>
            </a:r>
            <a:r>
              <a:rPr sz="950" spc="-65" dirty="0">
                <a:solidFill>
                  <a:srgbClr val="2B404F"/>
                </a:solidFill>
                <a:latin typeface="Tahoma"/>
                <a:cs typeface="Tahoma"/>
              </a:rPr>
              <a:t> </a:t>
            </a:r>
            <a:r>
              <a:rPr sz="950" spc="-10" dirty="0">
                <a:solidFill>
                  <a:srgbClr val="2B404F"/>
                </a:solidFill>
                <a:latin typeface="Tahoma"/>
                <a:cs typeface="Tahoma"/>
              </a:rPr>
              <a:t>AutoML</a:t>
            </a:r>
            <a:r>
              <a:rPr sz="950" spc="-60" dirty="0">
                <a:solidFill>
                  <a:srgbClr val="2B404F"/>
                </a:solidFill>
                <a:latin typeface="Tahoma"/>
                <a:cs typeface="Tahoma"/>
              </a:rPr>
              <a:t> </a:t>
            </a:r>
            <a:r>
              <a:rPr sz="950" spc="-55" dirty="0">
                <a:solidFill>
                  <a:srgbClr val="2B404F"/>
                </a:solidFill>
                <a:latin typeface="Tahoma"/>
                <a:cs typeface="Tahoma"/>
              </a:rPr>
              <a:t>y</a:t>
            </a:r>
            <a:r>
              <a:rPr sz="950" spc="-80" dirty="0">
                <a:solidFill>
                  <a:srgbClr val="2B404F"/>
                </a:solidFill>
                <a:latin typeface="Tahoma"/>
                <a:cs typeface="Tahoma"/>
              </a:rPr>
              <a:t> </a:t>
            </a:r>
            <a:r>
              <a:rPr sz="950" dirty="0">
                <a:solidFill>
                  <a:srgbClr val="2B404F"/>
                </a:solidFill>
                <a:latin typeface="Tahoma"/>
                <a:cs typeface="Tahoma"/>
              </a:rPr>
              <a:t>modelos</a:t>
            </a:r>
            <a:r>
              <a:rPr sz="950" spc="-70" dirty="0">
                <a:solidFill>
                  <a:srgbClr val="2B404F"/>
                </a:solidFill>
                <a:latin typeface="Tahoma"/>
                <a:cs typeface="Tahoma"/>
              </a:rPr>
              <a:t> </a:t>
            </a:r>
            <a:r>
              <a:rPr sz="950" spc="-10" dirty="0">
                <a:solidFill>
                  <a:srgbClr val="2B404F"/>
                </a:solidFill>
                <a:latin typeface="Tahoma"/>
                <a:cs typeface="Tahoma"/>
              </a:rPr>
              <a:t>de</a:t>
            </a:r>
            <a:r>
              <a:rPr sz="950" spc="-65" dirty="0">
                <a:solidFill>
                  <a:srgbClr val="2B404F"/>
                </a:solidFill>
                <a:latin typeface="Tahoma"/>
                <a:cs typeface="Tahoma"/>
              </a:rPr>
              <a:t> </a:t>
            </a:r>
            <a:r>
              <a:rPr sz="950" spc="-25" dirty="0">
                <a:solidFill>
                  <a:srgbClr val="2B404F"/>
                </a:solidFill>
                <a:latin typeface="Tahoma"/>
                <a:cs typeface="Tahoma"/>
              </a:rPr>
              <a:t>IA generativa</a:t>
            </a:r>
            <a:r>
              <a:rPr sz="950" spc="-70" dirty="0">
                <a:solidFill>
                  <a:srgbClr val="2B404F"/>
                </a:solidFill>
                <a:latin typeface="Tahoma"/>
                <a:cs typeface="Tahoma"/>
              </a:rPr>
              <a:t> </a:t>
            </a:r>
            <a:r>
              <a:rPr sz="950" dirty="0">
                <a:solidFill>
                  <a:srgbClr val="2B404F"/>
                </a:solidFill>
                <a:latin typeface="Tahoma"/>
                <a:cs typeface="Tahoma"/>
              </a:rPr>
              <a:t>listos</a:t>
            </a:r>
            <a:r>
              <a:rPr sz="950" spc="-45" dirty="0">
                <a:solidFill>
                  <a:srgbClr val="2B404F"/>
                </a:solidFill>
                <a:latin typeface="Tahoma"/>
                <a:cs typeface="Tahoma"/>
              </a:rPr>
              <a:t> </a:t>
            </a:r>
            <a:r>
              <a:rPr sz="950" spc="-10" dirty="0">
                <a:solidFill>
                  <a:srgbClr val="2B404F"/>
                </a:solidFill>
                <a:latin typeface="Tahoma"/>
                <a:cs typeface="Tahoma"/>
              </a:rPr>
              <a:t>para</a:t>
            </a:r>
            <a:r>
              <a:rPr sz="950" spc="-35" dirty="0">
                <a:solidFill>
                  <a:srgbClr val="2B404F"/>
                </a:solidFill>
                <a:latin typeface="Tahoma"/>
                <a:cs typeface="Tahoma"/>
              </a:rPr>
              <a:t> </a:t>
            </a:r>
            <a:r>
              <a:rPr sz="950" spc="-10" dirty="0">
                <a:solidFill>
                  <a:srgbClr val="2B404F"/>
                </a:solidFill>
                <a:latin typeface="Tahoma"/>
                <a:cs typeface="Tahoma"/>
              </a:rPr>
              <a:t>producción. </a:t>
            </a:r>
            <a:r>
              <a:rPr sz="950" spc="-20" dirty="0">
                <a:solidFill>
                  <a:srgbClr val="2B404F"/>
                </a:solidFill>
                <a:latin typeface="Tahoma"/>
                <a:cs typeface="Tahoma"/>
              </a:rPr>
              <a:t>Entrena,</a:t>
            </a:r>
            <a:r>
              <a:rPr sz="950" spc="-85" dirty="0">
                <a:solidFill>
                  <a:srgbClr val="2B404F"/>
                </a:solidFill>
                <a:latin typeface="Tahoma"/>
                <a:cs typeface="Tahoma"/>
              </a:rPr>
              <a:t> </a:t>
            </a:r>
            <a:r>
              <a:rPr sz="950" spc="-10" dirty="0">
                <a:solidFill>
                  <a:srgbClr val="2B404F"/>
                </a:solidFill>
                <a:latin typeface="Tahoma"/>
                <a:cs typeface="Tahoma"/>
              </a:rPr>
              <a:t>versiona</a:t>
            </a:r>
            <a:r>
              <a:rPr sz="950" spc="-90" dirty="0">
                <a:solidFill>
                  <a:srgbClr val="2B404F"/>
                </a:solidFill>
                <a:latin typeface="Tahoma"/>
                <a:cs typeface="Tahoma"/>
              </a:rPr>
              <a:t> </a:t>
            </a:r>
            <a:r>
              <a:rPr sz="950" spc="-55" dirty="0">
                <a:solidFill>
                  <a:srgbClr val="2B404F"/>
                </a:solidFill>
                <a:latin typeface="Tahoma"/>
                <a:cs typeface="Tahoma"/>
              </a:rPr>
              <a:t>y</a:t>
            </a:r>
            <a:r>
              <a:rPr sz="950" spc="-75" dirty="0">
                <a:solidFill>
                  <a:srgbClr val="2B404F"/>
                </a:solidFill>
                <a:latin typeface="Tahoma"/>
                <a:cs typeface="Tahoma"/>
              </a:rPr>
              <a:t> </a:t>
            </a:r>
            <a:r>
              <a:rPr sz="950" spc="-10" dirty="0">
                <a:solidFill>
                  <a:srgbClr val="2B404F"/>
                </a:solidFill>
                <a:latin typeface="Tahoma"/>
                <a:cs typeface="Tahoma"/>
              </a:rPr>
              <a:t>despliega </a:t>
            </a:r>
            <a:r>
              <a:rPr sz="950" dirty="0">
                <a:solidFill>
                  <a:srgbClr val="2B404F"/>
                </a:solidFill>
                <a:latin typeface="Tahoma"/>
                <a:cs typeface="Tahoma"/>
              </a:rPr>
              <a:t>modelos</a:t>
            </a:r>
            <a:r>
              <a:rPr sz="950" spc="-15" dirty="0">
                <a:solidFill>
                  <a:srgbClr val="2B404F"/>
                </a:solidFill>
                <a:latin typeface="Tahoma"/>
                <a:cs typeface="Tahoma"/>
              </a:rPr>
              <a:t> </a:t>
            </a:r>
            <a:r>
              <a:rPr sz="950" spc="-10" dirty="0">
                <a:solidFill>
                  <a:srgbClr val="2B404F"/>
                </a:solidFill>
                <a:latin typeface="Tahoma"/>
                <a:cs typeface="Tahoma"/>
              </a:rPr>
              <a:t>fácilmente.</a:t>
            </a:r>
            <a:endParaRPr sz="950">
              <a:latin typeface="Tahoma"/>
              <a:cs typeface="Tahoma"/>
            </a:endParaRPr>
          </a:p>
        </p:txBody>
      </p:sp>
      <p:grpSp>
        <p:nvGrpSpPr>
          <p:cNvPr id="20" name="object 20"/>
          <p:cNvGrpSpPr/>
          <p:nvPr/>
        </p:nvGrpSpPr>
        <p:grpSpPr>
          <a:xfrm>
            <a:off x="466344" y="3845026"/>
            <a:ext cx="2623820" cy="2029460"/>
            <a:chOff x="466344" y="3845026"/>
            <a:chExt cx="2623820" cy="2029460"/>
          </a:xfrm>
        </p:grpSpPr>
        <p:pic>
          <p:nvPicPr>
            <p:cNvPr id="21" name="object 21"/>
            <p:cNvPicPr/>
            <p:nvPr/>
          </p:nvPicPr>
          <p:blipFill>
            <a:blip r:embed="rId2" cstate="print"/>
            <a:stretch>
              <a:fillRect/>
            </a:stretch>
          </p:blipFill>
          <p:spPr>
            <a:xfrm>
              <a:off x="466344" y="3845026"/>
              <a:ext cx="2623566" cy="2029206"/>
            </a:xfrm>
            <a:prstGeom prst="rect">
              <a:avLst/>
            </a:prstGeom>
          </p:spPr>
        </p:pic>
        <p:sp>
          <p:nvSpPr>
            <p:cNvPr id="22" name="object 22"/>
            <p:cNvSpPr/>
            <p:nvPr/>
          </p:nvSpPr>
          <p:spPr>
            <a:xfrm>
              <a:off x="587375" y="3930383"/>
              <a:ext cx="2423160" cy="1828800"/>
            </a:xfrm>
            <a:custGeom>
              <a:avLst/>
              <a:gdLst/>
              <a:ahLst/>
              <a:cxnLst/>
              <a:rect l="l" t="t" r="r" b="b"/>
              <a:pathLst>
                <a:path w="2423160" h="1828800">
                  <a:moveTo>
                    <a:pt x="2423160" y="0"/>
                  </a:moveTo>
                  <a:lnTo>
                    <a:pt x="0" y="0"/>
                  </a:lnTo>
                  <a:lnTo>
                    <a:pt x="0" y="1828800"/>
                  </a:lnTo>
                  <a:lnTo>
                    <a:pt x="2423160" y="1828800"/>
                  </a:lnTo>
                  <a:lnTo>
                    <a:pt x="2423160" y="0"/>
                  </a:lnTo>
                  <a:close/>
                </a:path>
              </a:pathLst>
            </a:custGeom>
            <a:solidFill>
              <a:srgbClr val="FCFCFC"/>
            </a:solidFill>
          </p:spPr>
          <p:txBody>
            <a:bodyPr wrap="square" lIns="0" tIns="0" rIns="0" bIns="0" rtlCol="0"/>
            <a:lstStyle/>
            <a:p>
              <a:endParaRPr/>
            </a:p>
          </p:txBody>
        </p:sp>
        <p:sp>
          <p:nvSpPr>
            <p:cNvPr id="23" name="object 23"/>
            <p:cNvSpPr/>
            <p:nvPr/>
          </p:nvSpPr>
          <p:spPr>
            <a:xfrm>
              <a:off x="587375" y="3930395"/>
              <a:ext cx="2423160" cy="45720"/>
            </a:xfrm>
            <a:custGeom>
              <a:avLst/>
              <a:gdLst/>
              <a:ahLst/>
              <a:cxnLst/>
              <a:rect l="l" t="t" r="r" b="b"/>
              <a:pathLst>
                <a:path w="2423160" h="45720">
                  <a:moveTo>
                    <a:pt x="2423160" y="0"/>
                  </a:moveTo>
                  <a:lnTo>
                    <a:pt x="0" y="0"/>
                  </a:lnTo>
                  <a:lnTo>
                    <a:pt x="0" y="45719"/>
                  </a:lnTo>
                  <a:lnTo>
                    <a:pt x="2423160" y="45719"/>
                  </a:lnTo>
                  <a:lnTo>
                    <a:pt x="2423160" y="0"/>
                  </a:lnTo>
                  <a:close/>
                </a:path>
              </a:pathLst>
            </a:custGeom>
            <a:solidFill>
              <a:srgbClr val="163D63"/>
            </a:solidFill>
          </p:spPr>
          <p:txBody>
            <a:bodyPr wrap="square" lIns="0" tIns="0" rIns="0" bIns="0" rtlCol="0"/>
            <a:lstStyle/>
            <a:p>
              <a:endParaRPr/>
            </a:p>
          </p:txBody>
        </p:sp>
        <p:pic>
          <p:nvPicPr>
            <p:cNvPr id="24" name="object 24" descr="preencoded.png"/>
            <p:cNvPicPr/>
            <p:nvPr/>
          </p:nvPicPr>
          <p:blipFill>
            <a:blip r:embed="rId6" cstate="print"/>
            <a:stretch>
              <a:fillRect/>
            </a:stretch>
          </p:blipFill>
          <p:spPr>
            <a:xfrm>
              <a:off x="770255" y="4094987"/>
              <a:ext cx="347471" cy="347472"/>
            </a:xfrm>
            <a:prstGeom prst="rect">
              <a:avLst/>
            </a:prstGeom>
          </p:spPr>
        </p:pic>
      </p:grpSp>
      <p:sp>
        <p:nvSpPr>
          <p:cNvPr id="25" name="object 25"/>
          <p:cNvSpPr txBox="1"/>
          <p:nvPr/>
        </p:nvSpPr>
        <p:spPr>
          <a:xfrm>
            <a:off x="587375" y="4166996"/>
            <a:ext cx="2423160" cy="1146810"/>
          </a:xfrm>
          <a:prstGeom prst="rect">
            <a:avLst/>
          </a:prstGeom>
        </p:spPr>
        <p:txBody>
          <a:bodyPr vert="horz" wrap="square" lIns="0" tIns="12700" rIns="0" bIns="0" rtlCol="0">
            <a:spAutoFit/>
          </a:bodyPr>
          <a:lstStyle/>
          <a:p>
            <a:pPr marL="621665">
              <a:lnSpc>
                <a:spcPct val="100000"/>
              </a:lnSpc>
              <a:spcBef>
                <a:spcPts val="100"/>
              </a:spcBef>
            </a:pPr>
            <a:r>
              <a:rPr sz="1100" b="1" spc="-10" dirty="0">
                <a:solidFill>
                  <a:srgbClr val="114E71"/>
                </a:solidFill>
                <a:latin typeface="Trebuchet MS"/>
                <a:cs typeface="Trebuchet MS"/>
              </a:rPr>
              <a:t>Delta</a:t>
            </a:r>
            <a:r>
              <a:rPr sz="1100" b="1" spc="-75" dirty="0">
                <a:solidFill>
                  <a:srgbClr val="114E71"/>
                </a:solidFill>
                <a:latin typeface="Trebuchet MS"/>
                <a:cs typeface="Trebuchet MS"/>
              </a:rPr>
              <a:t> </a:t>
            </a:r>
            <a:r>
              <a:rPr sz="1100" b="1" spc="-20" dirty="0">
                <a:solidFill>
                  <a:srgbClr val="114E71"/>
                </a:solidFill>
                <a:latin typeface="Trebuchet MS"/>
                <a:cs typeface="Trebuchet MS"/>
              </a:rPr>
              <a:t>Lake</a:t>
            </a:r>
            <a:endParaRPr sz="1100">
              <a:latin typeface="Trebuchet MS"/>
              <a:cs typeface="Trebuchet MS"/>
            </a:endParaRPr>
          </a:p>
          <a:p>
            <a:pPr>
              <a:lnSpc>
                <a:spcPct val="100000"/>
              </a:lnSpc>
              <a:spcBef>
                <a:spcPts val="535"/>
              </a:spcBef>
            </a:pPr>
            <a:endParaRPr sz="1100">
              <a:latin typeface="Trebuchet MS"/>
              <a:cs typeface="Trebuchet MS"/>
            </a:endParaRPr>
          </a:p>
          <a:p>
            <a:pPr marL="227965" marR="358140">
              <a:lnSpc>
                <a:spcPct val="124900"/>
              </a:lnSpc>
            </a:pPr>
            <a:r>
              <a:rPr sz="950" spc="-10" dirty="0">
                <a:solidFill>
                  <a:srgbClr val="2B404F"/>
                </a:solidFill>
                <a:latin typeface="Tahoma"/>
                <a:cs typeface="Tahoma"/>
              </a:rPr>
              <a:t>Formato</a:t>
            </a:r>
            <a:r>
              <a:rPr sz="950" spc="-60" dirty="0">
                <a:solidFill>
                  <a:srgbClr val="2B404F"/>
                </a:solidFill>
                <a:latin typeface="Tahoma"/>
                <a:cs typeface="Tahoma"/>
              </a:rPr>
              <a:t> </a:t>
            </a:r>
            <a:r>
              <a:rPr sz="950" spc="-10" dirty="0">
                <a:solidFill>
                  <a:srgbClr val="2B404F"/>
                </a:solidFill>
                <a:latin typeface="Tahoma"/>
                <a:cs typeface="Tahoma"/>
              </a:rPr>
              <a:t>de</a:t>
            </a:r>
            <a:r>
              <a:rPr sz="950" spc="-55" dirty="0">
                <a:solidFill>
                  <a:srgbClr val="2B404F"/>
                </a:solidFill>
                <a:latin typeface="Tahoma"/>
                <a:cs typeface="Tahoma"/>
              </a:rPr>
              <a:t> </a:t>
            </a:r>
            <a:r>
              <a:rPr sz="950" dirty="0">
                <a:solidFill>
                  <a:srgbClr val="2B404F"/>
                </a:solidFill>
                <a:latin typeface="Tahoma"/>
                <a:cs typeface="Tahoma"/>
              </a:rPr>
              <a:t>almacenamiento</a:t>
            </a:r>
            <a:r>
              <a:rPr sz="950" spc="-65" dirty="0">
                <a:solidFill>
                  <a:srgbClr val="2B404F"/>
                </a:solidFill>
                <a:latin typeface="Tahoma"/>
                <a:cs typeface="Tahoma"/>
              </a:rPr>
              <a:t> </a:t>
            </a:r>
            <a:r>
              <a:rPr sz="950" spc="-20" dirty="0">
                <a:solidFill>
                  <a:srgbClr val="2B404F"/>
                </a:solidFill>
                <a:latin typeface="Tahoma"/>
                <a:cs typeface="Tahoma"/>
              </a:rPr>
              <a:t>open </a:t>
            </a:r>
            <a:r>
              <a:rPr sz="950" dirty="0">
                <a:solidFill>
                  <a:srgbClr val="2B404F"/>
                </a:solidFill>
                <a:latin typeface="Tahoma"/>
                <a:cs typeface="Tahoma"/>
              </a:rPr>
              <a:t>source</a:t>
            </a:r>
            <a:r>
              <a:rPr sz="950" spc="-30" dirty="0">
                <a:solidFill>
                  <a:srgbClr val="2B404F"/>
                </a:solidFill>
                <a:latin typeface="Tahoma"/>
                <a:cs typeface="Tahoma"/>
              </a:rPr>
              <a:t> </a:t>
            </a:r>
            <a:r>
              <a:rPr sz="950" dirty="0">
                <a:solidFill>
                  <a:srgbClr val="2B404F"/>
                </a:solidFill>
                <a:latin typeface="Tahoma"/>
                <a:cs typeface="Tahoma"/>
              </a:rPr>
              <a:t>con</a:t>
            </a:r>
            <a:r>
              <a:rPr sz="950" spc="-15" dirty="0">
                <a:solidFill>
                  <a:srgbClr val="2B404F"/>
                </a:solidFill>
                <a:latin typeface="Tahoma"/>
                <a:cs typeface="Tahoma"/>
              </a:rPr>
              <a:t> </a:t>
            </a:r>
            <a:r>
              <a:rPr sz="950" dirty="0">
                <a:solidFill>
                  <a:srgbClr val="2B404F"/>
                </a:solidFill>
                <a:latin typeface="Tahoma"/>
                <a:cs typeface="Tahoma"/>
              </a:rPr>
              <a:t>transacciones</a:t>
            </a:r>
            <a:r>
              <a:rPr sz="950" spc="-35" dirty="0">
                <a:solidFill>
                  <a:srgbClr val="2B404F"/>
                </a:solidFill>
                <a:latin typeface="Tahoma"/>
                <a:cs typeface="Tahoma"/>
              </a:rPr>
              <a:t> </a:t>
            </a:r>
            <a:r>
              <a:rPr sz="950" spc="-10" dirty="0">
                <a:solidFill>
                  <a:srgbClr val="2B404F"/>
                </a:solidFill>
                <a:latin typeface="Tahoma"/>
                <a:cs typeface="Tahoma"/>
              </a:rPr>
              <a:t>ACID, versionado</a:t>
            </a:r>
            <a:r>
              <a:rPr sz="950" spc="-85" dirty="0">
                <a:solidFill>
                  <a:srgbClr val="2B404F"/>
                </a:solidFill>
                <a:latin typeface="Tahoma"/>
                <a:cs typeface="Tahoma"/>
              </a:rPr>
              <a:t> </a:t>
            </a:r>
            <a:r>
              <a:rPr sz="950" spc="-10" dirty="0">
                <a:solidFill>
                  <a:srgbClr val="2B404F"/>
                </a:solidFill>
                <a:latin typeface="Tahoma"/>
                <a:cs typeface="Tahoma"/>
              </a:rPr>
              <a:t>de</a:t>
            </a:r>
            <a:r>
              <a:rPr sz="950" spc="-75" dirty="0">
                <a:solidFill>
                  <a:srgbClr val="2B404F"/>
                </a:solidFill>
                <a:latin typeface="Tahoma"/>
                <a:cs typeface="Tahoma"/>
              </a:rPr>
              <a:t> </a:t>
            </a:r>
            <a:r>
              <a:rPr sz="950" dirty="0">
                <a:solidFill>
                  <a:srgbClr val="2B404F"/>
                </a:solidFill>
                <a:latin typeface="Tahoma"/>
                <a:cs typeface="Tahoma"/>
              </a:rPr>
              <a:t>datos</a:t>
            </a:r>
            <a:r>
              <a:rPr sz="950" spc="-75" dirty="0">
                <a:solidFill>
                  <a:srgbClr val="2B404F"/>
                </a:solidFill>
                <a:latin typeface="Tahoma"/>
                <a:cs typeface="Tahoma"/>
              </a:rPr>
              <a:t> </a:t>
            </a:r>
            <a:r>
              <a:rPr sz="950" spc="-55" dirty="0">
                <a:solidFill>
                  <a:srgbClr val="2B404F"/>
                </a:solidFill>
                <a:latin typeface="Tahoma"/>
                <a:cs typeface="Tahoma"/>
              </a:rPr>
              <a:t>y</a:t>
            </a:r>
            <a:r>
              <a:rPr sz="950" spc="-85" dirty="0">
                <a:solidFill>
                  <a:srgbClr val="2B404F"/>
                </a:solidFill>
                <a:latin typeface="Tahoma"/>
                <a:cs typeface="Tahoma"/>
              </a:rPr>
              <a:t> </a:t>
            </a:r>
            <a:r>
              <a:rPr sz="950" spc="-10" dirty="0">
                <a:solidFill>
                  <a:srgbClr val="2B404F"/>
                </a:solidFill>
                <a:latin typeface="Tahoma"/>
                <a:cs typeface="Tahoma"/>
              </a:rPr>
              <a:t>optimización automática.</a:t>
            </a:r>
            <a:endParaRPr sz="950">
              <a:latin typeface="Tahoma"/>
              <a:cs typeface="Tahoma"/>
            </a:endParaRPr>
          </a:p>
        </p:txBody>
      </p:sp>
      <p:grpSp>
        <p:nvGrpSpPr>
          <p:cNvPr id="26" name="object 26"/>
          <p:cNvGrpSpPr/>
          <p:nvPr/>
        </p:nvGrpSpPr>
        <p:grpSpPr>
          <a:xfrm>
            <a:off x="2980944" y="3845026"/>
            <a:ext cx="2623820" cy="2029460"/>
            <a:chOff x="2980944" y="3845026"/>
            <a:chExt cx="2623820" cy="2029460"/>
          </a:xfrm>
        </p:grpSpPr>
        <p:pic>
          <p:nvPicPr>
            <p:cNvPr id="27" name="object 27"/>
            <p:cNvPicPr/>
            <p:nvPr/>
          </p:nvPicPr>
          <p:blipFill>
            <a:blip r:embed="rId2" cstate="print"/>
            <a:stretch>
              <a:fillRect/>
            </a:stretch>
          </p:blipFill>
          <p:spPr>
            <a:xfrm>
              <a:off x="2980944" y="3845026"/>
              <a:ext cx="2623566" cy="2029206"/>
            </a:xfrm>
            <a:prstGeom prst="rect">
              <a:avLst/>
            </a:prstGeom>
          </p:spPr>
        </p:pic>
        <p:sp>
          <p:nvSpPr>
            <p:cNvPr id="28" name="object 28"/>
            <p:cNvSpPr/>
            <p:nvPr/>
          </p:nvSpPr>
          <p:spPr>
            <a:xfrm>
              <a:off x="3101975" y="3930383"/>
              <a:ext cx="2423160" cy="1828800"/>
            </a:xfrm>
            <a:custGeom>
              <a:avLst/>
              <a:gdLst/>
              <a:ahLst/>
              <a:cxnLst/>
              <a:rect l="l" t="t" r="r" b="b"/>
              <a:pathLst>
                <a:path w="2423160" h="1828800">
                  <a:moveTo>
                    <a:pt x="2423160" y="0"/>
                  </a:moveTo>
                  <a:lnTo>
                    <a:pt x="0" y="0"/>
                  </a:lnTo>
                  <a:lnTo>
                    <a:pt x="0" y="1828800"/>
                  </a:lnTo>
                  <a:lnTo>
                    <a:pt x="2423160" y="1828800"/>
                  </a:lnTo>
                  <a:lnTo>
                    <a:pt x="2423160" y="0"/>
                  </a:lnTo>
                  <a:close/>
                </a:path>
              </a:pathLst>
            </a:custGeom>
            <a:solidFill>
              <a:srgbClr val="FCFCFC"/>
            </a:solidFill>
          </p:spPr>
          <p:txBody>
            <a:bodyPr wrap="square" lIns="0" tIns="0" rIns="0" bIns="0" rtlCol="0"/>
            <a:lstStyle/>
            <a:p>
              <a:endParaRPr/>
            </a:p>
          </p:txBody>
        </p:sp>
        <p:sp>
          <p:nvSpPr>
            <p:cNvPr id="29" name="object 29"/>
            <p:cNvSpPr/>
            <p:nvPr/>
          </p:nvSpPr>
          <p:spPr>
            <a:xfrm>
              <a:off x="3101975" y="3930395"/>
              <a:ext cx="2423160" cy="45720"/>
            </a:xfrm>
            <a:custGeom>
              <a:avLst/>
              <a:gdLst/>
              <a:ahLst/>
              <a:cxnLst/>
              <a:rect l="l" t="t" r="r" b="b"/>
              <a:pathLst>
                <a:path w="2423160" h="45720">
                  <a:moveTo>
                    <a:pt x="2423160" y="0"/>
                  </a:moveTo>
                  <a:lnTo>
                    <a:pt x="0" y="0"/>
                  </a:lnTo>
                  <a:lnTo>
                    <a:pt x="0" y="45719"/>
                  </a:lnTo>
                  <a:lnTo>
                    <a:pt x="2423160" y="45719"/>
                  </a:lnTo>
                  <a:lnTo>
                    <a:pt x="2423160" y="0"/>
                  </a:lnTo>
                  <a:close/>
                </a:path>
              </a:pathLst>
            </a:custGeom>
            <a:solidFill>
              <a:srgbClr val="163D63"/>
            </a:solidFill>
          </p:spPr>
          <p:txBody>
            <a:bodyPr wrap="square" lIns="0" tIns="0" rIns="0" bIns="0" rtlCol="0"/>
            <a:lstStyle/>
            <a:p>
              <a:endParaRPr/>
            </a:p>
          </p:txBody>
        </p:sp>
        <p:pic>
          <p:nvPicPr>
            <p:cNvPr id="30" name="object 30" descr="preencoded.png"/>
            <p:cNvPicPr/>
            <p:nvPr/>
          </p:nvPicPr>
          <p:blipFill>
            <a:blip r:embed="rId7" cstate="print"/>
            <a:stretch>
              <a:fillRect/>
            </a:stretch>
          </p:blipFill>
          <p:spPr>
            <a:xfrm>
              <a:off x="3284855" y="4094987"/>
              <a:ext cx="347472" cy="347472"/>
            </a:xfrm>
            <a:prstGeom prst="rect">
              <a:avLst/>
            </a:prstGeom>
          </p:spPr>
        </p:pic>
      </p:grpSp>
      <p:sp>
        <p:nvSpPr>
          <p:cNvPr id="31" name="object 31"/>
          <p:cNvSpPr txBox="1"/>
          <p:nvPr/>
        </p:nvSpPr>
        <p:spPr>
          <a:xfrm>
            <a:off x="3101975" y="4166996"/>
            <a:ext cx="2423160" cy="967105"/>
          </a:xfrm>
          <a:prstGeom prst="rect">
            <a:avLst/>
          </a:prstGeom>
        </p:spPr>
        <p:txBody>
          <a:bodyPr vert="horz" wrap="square" lIns="0" tIns="12700" rIns="0" bIns="0" rtlCol="0">
            <a:spAutoFit/>
          </a:bodyPr>
          <a:lstStyle/>
          <a:p>
            <a:pPr marL="622300">
              <a:lnSpc>
                <a:spcPct val="100000"/>
              </a:lnSpc>
              <a:spcBef>
                <a:spcPts val="100"/>
              </a:spcBef>
            </a:pPr>
            <a:r>
              <a:rPr sz="1100" b="1" spc="-35" dirty="0">
                <a:solidFill>
                  <a:srgbClr val="114E71"/>
                </a:solidFill>
                <a:latin typeface="Trebuchet MS"/>
                <a:cs typeface="Trebuchet MS"/>
              </a:rPr>
              <a:t>Unity</a:t>
            </a:r>
            <a:r>
              <a:rPr sz="1100" b="1" spc="-95" dirty="0">
                <a:solidFill>
                  <a:srgbClr val="114E71"/>
                </a:solidFill>
                <a:latin typeface="Trebuchet MS"/>
                <a:cs typeface="Trebuchet MS"/>
              </a:rPr>
              <a:t> </a:t>
            </a:r>
            <a:r>
              <a:rPr sz="1100" b="1" spc="-10" dirty="0">
                <a:solidFill>
                  <a:srgbClr val="114E71"/>
                </a:solidFill>
                <a:latin typeface="Trebuchet MS"/>
                <a:cs typeface="Trebuchet MS"/>
              </a:rPr>
              <a:t>Catalog</a:t>
            </a:r>
            <a:endParaRPr sz="1100">
              <a:latin typeface="Trebuchet MS"/>
              <a:cs typeface="Trebuchet MS"/>
            </a:endParaRPr>
          </a:p>
          <a:p>
            <a:pPr>
              <a:lnSpc>
                <a:spcPct val="100000"/>
              </a:lnSpc>
              <a:spcBef>
                <a:spcPts val="530"/>
              </a:spcBef>
            </a:pPr>
            <a:endParaRPr sz="1100">
              <a:latin typeface="Trebuchet MS"/>
              <a:cs typeface="Trebuchet MS"/>
            </a:endParaRPr>
          </a:p>
          <a:p>
            <a:pPr marL="229235" marR="306070">
              <a:lnSpc>
                <a:spcPct val="125299"/>
              </a:lnSpc>
            </a:pPr>
            <a:r>
              <a:rPr sz="950" spc="-10" dirty="0">
                <a:solidFill>
                  <a:srgbClr val="2B404F"/>
                </a:solidFill>
                <a:latin typeface="Tahoma"/>
                <a:cs typeface="Tahoma"/>
              </a:rPr>
              <a:t>Gobernanza</a:t>
            </a:r>
            <a:r>
              <a:rPr sz="950" spc="-100" dirty="0">
                <a:solidFill>
                  <a:srgbClr val="2B404F"/>
                </a:solidFill>
                <a:latin typeface="Tahoma"/>
                <a:cs typeface="Tahoma"/>
              </a:rPr>
              <a:t> </a:t>
            </a:r>
            <a:r>
              <a:rPr sz="950" dirty="0">
                <a:solidFill>
                  <a:srgbClr val="2B404F"/>
                </a:solidFill>
                <a:latin typeface="Tahoma"/>
                <a:cs typeface="Tahoma"/>
              </a:rPr>
              <a:t>unificada</a:t>
            </a:r>
            <a:r>
              <a:rPr sz="950" spc="-65" dirty="0">
                <a:solidFill>
                  <a:srgbClr val="2B404F"/>
                </a:solidFill>
                <a:latin typeface="Tahoma"/>
                <a:cs typeface="Tahoma"/>
              </a:rPr>
              <a:t> </a:t>
            </a:r>
            <a:r>
              <a:rPr sz="950" spc="-10" dirty="0">
                <a:solidFill>
                  <a:srgbClr val="2B404F"/>
                </a:solidFill>
                <a:latin typeface="Tahoma"/>
                <a:cs typeface="Tahoma"/>
              </a:rPr>
              <a:t>de</a:t>
            </a:r>
            <a:r>
              <a:rPr sz="950" spc="-65" dirty="0">
                <a:solidFill>
                  <a:srgbClr val="2B404F"/>
                </a:solidFill>
                <a:latin typeface="Tahoma"/>
                <a:cs typeface="Tahoma"/>
              </a:rPr>
              <a:t> </a:t>
            </a:r>
            <a:r>
              <a:rPr sz="950" dirty="0">
                <a:solidFill>
                  <a:srgbClr val="2B404F"/>
                </a:solidFill>
                <a:latin typeface="Tahoma"/>
                <a:cs typeface="Tahoma"/>
              </a:rPr>
              <a:t>datos</a:t>
            </a:r>
            <a:r>
              <a:rPr sz="950" spc="-75" dirty="0">
                <a:solidFill>
                  <a:srgbClr val="2B404F"/>
                </a:solidFill>
                <a:latin typeface="Tahoma"/>
                <a:cs typeface="Tahoma"/>
              </a:rPr>
              <a:t> </a:t>
            </a:r>
            <a:r>
              <a:rPr sz="950" spc="-10" dirty="0">
                <a:solidFill>
                  <a:srgbClr val="2B404F"/>
                </a:solidFill>
                <a:latin typeface="Tahoma"/>
                <a:cs typeface="Tahoma"/>
              </a:rPr>
              <a:t>e</a:t>
            </a:r>
            <a:r>
              <a:rPr sz="950" spc="-65" dirty="0">
                <a:solidFill>
                  <a:srgbClr val="2B404F"/>
                </a:solidFill>
                <a:latin typeface="Tahoma"/>
                <a:cs typeface="Tahoma"/>
              </a:rPr>
              <a:t> </a:t>
            </a:r>
            <a:r>
              <a:rPr sz="950" spc="-25" dirty="0">
                <a:solidFill>
                  <a:srgbClr val="2B404F"/>
                </a:solidFill>
                <a:latin typeface="Tahoma"/>
                <a:cs typeface="Tahoma"/>
              </a:rPr>
              <a:t>IA. </a:t>
            </a:r>
            <a:r>
              <a:rPr sz="950" dirty="0">
                <a:solidFill>
                  <a:srgbClr val="2B404F"/>
                </a:solidFill>
                <a:latin typeface="Tahoma"/>
                <a:cs typeface="Tahoma"/>
              </a:rPr>
              <a:t>Control</a:t>
            </a:r>
            <a:r>
              <a:rPr sz="950" spc="-45" dirty="0">
                <a:solidFill>
                  <a:srgbClr val="2B404F"/>
                </a:solidFill>
                <a:latin typeface="Tahoma"/>
                <a:cs typeface="Tahoma"/>
              </a:rPr>
              <a:t> </a:t>
            </a:r>
            <a:r>
              <a:rPr sz="950" spc="-10" dirty="0">
                <a:solidFill>
                  <a:srgbClr val="2B404F"/>
                </a:solidFill>
                <a:latin typeface="Tahoma"/>
                <a:cs typeface="Tahoma"/>
              </a:rPr>
              <a:t>de</a:t>
            </a:r>
            <a:r>
              <a:rPr sz="950" spc="-30" dirty="0">
                <a:solidFill>
                  <a:srgbClr val="2B404F"/>
                </a:solidFill>
                <a:latin typeface="Tahoma"/>
                <a:cs typeface="Tahoma"/>
              </a:rPr>
              <a:t> </a:t>
            </a:r>
            <a:r>
              <a:rPr sz="950" dirty="0">
                <a:solidFill>
                  <a:srgbClr val="2B404F"/>
                </a:solidFill>
                <a:latin typeface="Tahoma"/>
                <a:cs typeface="Tahoma"/>
              </a:rPr>
              <a:t>acceso</a:t>
            </a:r>
            <a:r>
              <a:rPr sz="950" spc="-5" dirty="0">
                <a:solidFill>
                  <a:srgbClr val="2B404F"/>
                </a:solidFill>
                <a:latin typeface="Tahoma"/>
                <a:cs typeface="Tahoma"/>
              </a:rPr>
              <a:t> </a:t>
            </a:r>
            <a:r>
              <a:rPr sz="950" spc="-10" dirty="0">
                <a:solidFill>
                  <a:srgbClr val="2B404F"/>
                </a:solidFill>
                <a:latin typeface="Tahoma"/>
                <a:cs typeface="Tahoma"/>
              </a:rPr>
              <a:t>centralizado, </a:t>
            </a:r>
            <a:r>
              <a:rPr sz="950" dirty="0">
                <a:solidFill>
                  <a:srgbClr val="2B404F"/>
                </a:solidFill>
                <a:latin typeface="Tahoma"/>
                <a:cs typeface="Tahoma"/>
              </a:rPr>
              <a:t>linaje</a:t>
            </a:r>
            <a:r>
              <a:rPr sz="950" spc="-100" dirty="0">
                <a:solidFill>
                  <a:srgbClr val="2B404F"/>
                </a:solidFill>
                <a:latin typeface="Tahoma"/>
                <a:cs typeface="Tahoma"/>
              </a:rPr>
              <a:t> </a:t>
            </a:r>
            <a:r>
              <a:rPr sz="950" spc="-10" dirty="0">
                <a:solidFill>
                  <a:srgbClr val="2B404F"/>
                </a:solidFill>
                <a:latin typeface="Tahoma"/>
                <a:cs typeface="Tahoma"/>
              </a:rPr>
              <a:t>de</a:t>
            </a:r>
            <a:r>
              <a:rPr sz="950" spc="-75" dirty="0">
                <a:solidFill>
                  <a:srgbClr val="2B404F"/>
                </a:solidFill>
                <a:latin typeface="Tahoma"/>
                <a:cs typeface="Tahoma"/>
              </a:rPr>
              <a:t> </a:t>
            </a:r>
            <a:r>
              <a:rPr sz="950" dirty="0">
                <a:solidFill>
                  <a:srgbClr val="2B404F"/>
                </a:solidFill>
                <a:latin typeface="Tahoma"/>
                <a:cs typeface="Tahoma"/>
              </a:rPr>
              <a:t>datos</a:t>
            </a:r>
            <a:r>
              <a:rPr sz="950" spc="-70" dirty="0">
                <a:solidFill>
                  <a:srgbClr val="2B404F"/>
                </a:solidFill>
                <a:latin typeface="Tahoma"/>
                <a:cs typeface="Tahoma"/>
              </a:rPr>
              <a:t> </a:t>
            </a:r>
            <a:r>
              <a:rPr sz="950" spc="-55" dirty="0">
                <a:solidFill>
                  <a:srgbClr val="2B404F"/>
                </a:solidFill>
                <a:latin typeface="Tahoma"/>
                <a:cs typeface="Tahoma"/>
              </a:rPr>
              <a:t>y</a:t>
            </a:r>
            <a:r>
              <a:rPr sz="950" spc="-90" dirty="0">
                <a:solidFill>
                  <a:srgbClr val="2B404F"/>
                </a:solidFill>
                <a:latin typeface="Tahoma"/>
                <a:cs typeface="Tahoma"/>
              </a:rPr>
              <a:t> </a:t>
            </a:r>
            <a:r>
              <a:rPr sz="950" spc="-10" dirty="0">
                <a:solidFill>
                  <a:srgbClr val="2B404F"/>
                </a:solidFill>
                <a:latin typeface="Tahoma"/>
                <a:cs typeface="Tahoma"/>
              </a:rPr>
              <a:t>auditoría</a:t>
            </a:r>
            <a:r>
              <a:rPr sz="950" spc="-105" dirty="0">
                <a:solidFill>
                  <a:srgbClr val="2B404F"/>
                </a:solidFill>
                <a:latin typeface="Tahoma"/>
                <a:cs typeface="Tahoma"/>
              </a:rPr>
              <a:t> </a:t>
            </a:r>
            <a:r>
              <a:rPr sz="950" spc="-10" dirty="0">
                <a:solidFill>
                  <a:srgbClr val="2B404F"/>
                </a:solidFill>
                <a:latin typeface="Tahoma"/>
                <a:cs typeface="Tahoma"/>
              </a:rPr>
              <a:t>completa.</a:t>
            </a:r>
            <a:endParaRPr sz="950">
              <a:latin typeface="Tahoma"/>
              <a:cs typeface="Tahoma"/>
            </a:endParaRPr>
          </a:p>
        </p:txBody>
      </p:sp>
      <p:grpSp>
        <p:nvGrpSpPr>
          <p:cNvPr id="32" name="object 32"/>
          <p:cNvGrpSpPr/>
          <p:nvPr/>
        </p:nvGrpSpPr>
        <p:grpSpPr>
          <a:xfrm>
            <a:off x="5495544" y="3845026"/>
            <a:ext cx="2623820" cy="2029460"/>
            <a:chOff x="5495544" y="3845026"/>
            <a:chExt cx="2623820" cy="2029460"/>
          </a:xfrm>
        </p:grpSpPr>
        <p:pic>
          <p:nvPicPr>
            <p:cNvPr id="33" name="object 33"/>
            <p:cNvPicPr/>
            <p:nvPr/>
          </p:nvPicPr>
          <p:blipFill>
            <a:blip r:embed="rId2" cstate="print"/>
            <a:stretch>
              <a:fillRect/>
            </a:stretch>
          </p:blipFill>
          <p:spPr>
            <a:xfrm>
              <a:off x="5495544" y="3845026"/>
              <a:ext cx="2623566" cy="2029206"/>
            </a:xfrm>
            <a:prstGeom prst="rect">
              <a:avLst/>
            </a:prstGeom>
          </p:spPr>
        </p:pic>
        <p:sp>
          <p:nvSpPr>
            <p:cNvPr id="34" name="object 34"/>
            <p:cNvSpPr/>
            <p:nvPr/>
          </p:nvSpPr>
          <p:spPr>
            <a:xfrm>
              <a:off x="5616575" y="3930383"/>
              <a:ext cx="2423160" cy="1828800"/>
            </a:xfrm>
            <a:custGeom>
              <a:avLst/>
              <a:gdLst/>
              <a:ahLst/>
              <a:cxnLst/>
              <a:rect l="l" t="t" r="r" b="b"/>
              <a:pathLst>
                <a:path w="2423159" h="1828800">
                  <a:moveTo>
                    <a:pt x="2423159" y="0"/>
                  </a:moveTo>
                  <a:lnTo>
                    <a:pt x="0" y="0"/>
                  </a:lnTo>
                  <a:lnTo>
                    <a:pt x="0" y="1828800"/>
                  </a:lnTo>
                  <a:lnTo>
                    <a:pt x="2423159" y="1828800"/>
                  </a:lnTo>
                  <a:lnTo>
                    <a:pt x="2423159" y="0"/>
                  </a:lnTo>
                  <a:close/>
                </a:path>
              </a:pathLst>
            </a:custGeom>
            <a:solidFill>
              <a:srgbClr val="FCFCFC"/>
            </a:solidFill>
          </p:spPr>
          <p:txBody>
            <a:bodyPr wrap="square" lIns="0" tIns="0" rIns="0" bIns="0" rtlCol="0"/>
            <a:lstStyle/>
            <a:p>
              <a:endParaRPr/>
            </a:p>
          </p:txBody>
        </p:sp>
        <p:sp>
          <p:nvSpPr>
            <p:cNvPr id="35" name="object 35"/>
            <p:cNvSpPr/>
            <p:nvPr/>
          </p:nvSpPr>
          <p:spPr>
            <a:xfrm>
              <a:off x="5616575" y="3930395"/>
              <a:ext cx="2423160" cy="45720"/>
            </a:xfrm>
            <a:custGeom>
              <a:avLst/>
              <a:gdLst/>
              <a:ahLst/>
              <a:cxnLst/>
              <a:rect l="l" t="t" r="r" b="b"/>
              <a:pathLst>
                <a:path w="2423159" h="45720">
                  <a:moveTo>
                    <a:pt x="2423159" y="0"/>
                  </a:moveTo>
                  <a:lnTo>
                    <a:pt x="0" y="0"/>
                  </a:lnTo>
                  <a:lnTo>
                    <a:pt x="0" y="45719"/>
                  </a:lnTo>
                  <a:lnTo>
                    <a:pt x="2423159" y="45719"/>
                  </a:lnTo>
                  <a:lnTo>
                    <a:pt x="2423159" y="0"/>
                  </a:lnTo>
                  <a:close/>
                </a:path>
              </a:pathLst>
            </a:custGeom>
            <a:solidFill>
              <a:srgbClr val="163D63"/>
            </a:solidFill>
          </p:spPr>
          <p:txBody>
            <a:bodyPr wrap="square" lIns="0" tIns="0" rIns="0" bIns="0" rtlCol="0"/>
            <a:lstStyle/>
            <a:p>
              <a:endParaRPr/>
            </a:p>
          </p:txBody>
        </p:sp>
        <p:pic>
          <p:nvPicPr>
            <p:cNvPr id="36" name="object 36" descr="preencoded.png"/>
            <p:cNvPicPr/>
            <p:nvPr/>
          </p:nvPicPr>
          <p:blipFill>
            <a:blip r:embed="rId8" cstate="print"/>
            <a:stretch>
              <a:fillRect/>
            </a:stretch>
          </p:blipFill>
          <p:spPr>
            <a:xfrm>
              <a:off x="5799455" y="4094987"/>
              <a:ext cx="347472" cy="347472"/>
            </a:xfrm>
            <a:prstGeom prst="rect">
              <a:avLst/>
            </a:prstGeom>
          </p:spPr>
        </p:pic>
      </p:grpSp>
      <p:sp>
        <p:nvSpPr>
          <p:cNvPr id="37" name="object 37"/>
          <p:cNvSpPr txBox="1"/>
          <p:nvPr/>
        </p:nvSpPr>
        <p:spPr>
          <a:xfrm>
            <a:off x="5616575" y="4166996"/>
            <a:ext cx="2423160" cy="1146810"/>
          </a:xfrm>
          <a:prstGeom prst="rect">
            <a:avLst/>
          </a:prstGeom>
        </p:spPr>
        <p:txBody>
          <a:bodyPr vert="horz" wrap="square" lIns="0" tIns="12700" rIns="0" bIns="0" rtlCol="0">
            <a:spAutoFit/>
          </a:bodyPr>
          <a:lstStyle/>
          <a:p>
            <a:pPr marL="622300">
              <a:lnSpc>
                <a:spcPct val="100000"/>
              </a:lnSpc>
              <a:spcBef>
                <a:spcPts val="100"/>
              </a:spcBef>
            </a:pPr>
            <a:r>
              <a:rPr sz="1100" b="1" dirty="0">
                <a:solidFill>
                  <a:srgbClr val="114E71"/>
                </a:solidFill>
                <a:latin typeface="Trebuchet MS"/>
                <a:cs typeface="Trebuchet MS"/>
              </a:rPr>
              <a:t>Colaboración</a:t>
            </a:r>
            <a:r>
              <a:rPr sz="1100" b="1" spc="-95" dirty="0">
                <a:solidFill>
                  <a:srgbClr val="114E71"/>
                </a:solidFill>
                <a:latin typeface="Trebuchet MS"/>
                <a:cs typeface="Trebuchet MS"/>
              </a:rPr>
              <a:t> </a:t>
            </a:r>
            <a:r>
              <a:rPr sz="1100" b="1" spc="-20" dirty="0">
                <a:solidFill>
                  <a:srgbClr val="114E71"/>
                </a:solidFill>
                <a:latin typeface="Trebuchet MS"/>
                <a:cs typeface="Trebuchet MS"/>
              </a:rPr>
              <a:t>Total</a:t>
            </a:r>
            <a:endParaRPr sz="1100">
              <a:latin typeface="Trebuchet MS"/>
              <a:cs typeface="Trebuchet MS"/>
            </a:endParaRPr>
          </a:p>
          <a:p>
            <a:pPr>
              <a:lnSpc>
                <a:spcPct val="100000"/>
              </a:lnSpc>
              <a:spcBef>
                <a:spcPts val="530"/>
              </a:spcBef>
            </a:pPr>
            <a:endParaRPr sz="1100">
              <a:latin typeface="Trebuchet MS"/>
              <a:cs typeface="Trebuchet MS"/>
            </a:endParaRPr>
          </a:p>
          <a:p>
            <a:pPr marL="229235" marR="289560">
              <a:lnSpc>
                <a:spcPct val="125299"/>
              </a:lnSpc>
            </a:pPr>
            <a:r>
              <a:rPr sz="950" dirty="0">
                <a:solidFill>
                  <a:srgbClr val="2B404F"/>
                </a:solidFill>
                <a:latin typeface="Tahoma"/>
                <a:cs typeface="Tahoma"/>
              </a:rPr>
              <a:t>Notebooks</a:t>
            </a:r>
            <a:r>
              <a:rPr sz="950" spc="-65" dirty="0">
                <a:solidFill>
                  <a:srgbClr val="2B404F"/>
                </a:solidFill>
                <a:latin typeface="Tahoma"/>
                <a:cs typeface="Tahoma"/>
              </a:rPr>
              <a:t> </a:t>
            </a:r>
            <a:r>
              <a:rPr sz="950" dirty="0">
                <a:solidFill>
                  <a:srgbClr val="2B404F"/>
                </a:solidFill>
                <a:latin typeface="Tahoma"/>
                <a:cs typeface="Tahoma"/>
              </a:rPr>
              <a:t>interactivos</a:t>
            </a:r>
            <a:r>
              <a:rPr sz="950" spc="-100" dirty="0">
                <a:solidFill>
                  <a:srgbClr val="2B404F"/>
                </a:solidFill>
                <a:latin typeface="Tahoma"/>
                <a:cs typeface="Tahoma"/>
              </a:rPr>
              <a:t> </a:t>
            </a:r>
            <a:r>
              <a:rPr sz="950" spc="-10" dirty="0">
                <a:solidFill>
                  <a:srgbClr val="2B404F"/>
                </a:solidFill>
                <a:latin typeface="Tahoma"/>
                <a:cs typeface="Tahoma"/>
              </a:rPr>
              <a:t>compartidos para</a:t>
            </a:r>
            <a:r>
              <a:rPr sz="950" spc="-90" dirty="0">
                <a:solidFill>
                  <a:srgbClr val="2B404F"/>
                </a:solidFill>
                <a:latin typeface="Tahoma"/>
                <a:cs typeface="Tahoma"/>
              </a:rPr>
              <a:t> </a:t>
            </a:r>
            <a:r>
              <a:rPr sz="950" spc="-10" dirty="0">
                <a:solidFill>
                  <a:srgbClr val="2B404F"/>
                </a:solidFill>
                <a:latin typeface="Tahoma"/>
                <a:cs typeface="Tahoma"/>
              </a:rPr>
              <a:t>Python,</a:t>
            </a:r>
            <a:r>
              <a:rPr sz="950" spc="-110" dirty="0">
                <a:solidFill>
                  <a:srgbClr val="2B404F"/>
                </a:solidFill>
                <a:latin typeface="Tahoma"/>
                <a:cs typeface="Tahoma"/>
              </a:rPr>
              <a:t> </a:t>
            </a:r>
            <a:r>
              <a:rPr sz="950" spc="-10" dirty="0">
                <a:solidFill>
                  <a:srgbClr val="2B404F"/>
                </a:solidFill>
                <a:latin typeface="Tahoma"/>
                <a:cs typeface="Tahoma"/>
              </a:rPr>
              <a:t>SQL,</a:t>
            </a:r>
            <a:r>
              <a:rPr sz="950" spc="-90" dirty="0">
                <a:solidFill>
                  <a:srgbClr val="2B404F"/>
                </a:solidFill>
                <a:latin typeface="Tahoma"/>
                <a:cs typeface="Tahoma"/>
              </a:rPr>
              <a:t> </a:t>
            </a:r>
            <a:r>
              <a:rPr sz="950" spc="-25" dirty="0">
                <a:solidFill>
                  <a:srgbClr val="2B404F"/>
                </a:solidFill>
                <a:latin typeface="Tahoma"/>
                <a:cs typeface="Tahoma"/>
              </a:rPr>
              <a:t>R</a:t>
            </a:r>
            <a:r>
              <a:rPr sz="950" spc="-90" dirty="0">
                <a:solidFill>
                  <a:srgbClr val="2B404F"/>
                </a:solidFill>
                <a:latin typeface="Tahoma"/>
                <a:cs typeface="Tahoma"/>
              </a:rPr>
              <a:t> </a:t>
            </a:r>
            <a:r>
              <a:rPr sz="950" spc="-55" dirty="0">
                <a:solidFill>
                  <a:srgbClr val="2B404F"/>
                </a:solidFill>
                <a:latin typeface="Tahoma"/>
                <a:cs typeface="Tahoma"/>
              </a:rPr>
              <a:t>y</a:t>
            </a:r>
            <a:r>
              <a:rPr sz="950" spc="-100" dirty="0">
                <a:solidFill>
                  <a:srgbClr val="2B404F"/>
                </a:solidFill>
                <a:latin typeface="Tahoma"/>
                <a:cs typeface="Tahoma"/>
              </a:rPr>
              <a:t> </a:t>
            </a:r>
            <a:r>
              <a:rPr sz="950" spc="-10" dirty="0">
                <a:solidFill>
                  <a:srgbClr val="2B404F"/>
                </a:solidFill>
                <a:latin typeface="Tahoma"/>
                <a:cs typeface="Tahoma"/>
              </a:rPr>
              <a:t>Scala.</a:t>
            </a:r>
            <a:endParaRPr sz="950">
              <a:latin typeface="Tahoma"/>
              <a:cs typeface="Tahoma"/>
            </a:endParaRPr>
          </a:p>
          <a:p>
            <a:pPr marL="229235" marR="610235">
              <a:lnSpc>
                <a:spcPct val="124200"/>
              </a:lnSpc>
              <a:spcBef>
                <a:spcPts val="15"/>
              </a:spcBef>
            </a:pPr>
            <a:r>
              <a:rPr sz="950" dirty="0">
                <a:solidFill>
                  <a:srgbClr val="2B404F"/>
                </a:solidFill>
                <a:latin typeface="Tahoma"/>
                <a:cs typeface="Tahoma"/>
              </a:rPr>
              <a:t>Dashboards</a:t>
            </a:r>
            <a:r>
              <a:rPr sz="950" spc="-85" dirty="0">
                <a:solidFill>
                  <a:srgbClr val="2B404F"/>
                </a:solidFill>
                <a:latin typeface="Tahoma"/>
                <a:cs typeface="Tahoma"/>
              </a:rPr>
              <a:t> </a:t>
            </a:r>
            <a:r>
              <a:rPr sz="950" spc="-55" dirty="0">
                <a:solidFill>
                  <a:srgbClr val="2B404F"/>
                </a:solidFill>
                <a:latin typeface="Tahoma"/>
                <a:cs typeface="Tahoma"/>
              </a:rPr>
              <a:t>y</a:t>
            </a:r>
            <a:r>
              <a:rPr sz="950" spc="-95" dirty="0">
                <a:solidFill>
                  <a:srgbClr val="2B404F"/>
                </a:solidFill>
                <a:latin typeface="Tahoma"/>
                <a:cs typeface="Tahoma"/>
              </a:rPr>
              <a:t> </a:t>
            </a:r>
            <a:r>
              <a:rPr sz="950" dirty="0">
                <a:solidFill>
                  <a:srgbClr val="2B404F"/>
                </a:solidFill>
                <a:latin typeface="Tahoma"/>
                <a:cs typeface="Tahoma"/>
              </a:rPr>
              <a:t>flujos</a:t>
            </a:r>
            <a:r>
              <a:rPr sz="950" spc="-95" dirty="0">
                <a:solidFill>
                  <a:srgbClr val="2B404F"/>
                </a:solidFill>
                <a:latin typeface="Tahoma"/>
                <a:cs typeface="Tahoma"/>
              </a:rPr>
              <a:t> </a:t>
            </a:r>
            <a:r>
              <a:rPr sz="950" spc="-10" dirty="0">
                <a:solidFill>
                  <a:srgbClr val="2B404F"/>
                </a:solidFill>
                <a:latin typeface="Tahoma"/>
                <a:cs typeface="Tahoma"/>
              </a:rPr>
              <a:t>de</a:t>
            </a:r>
            <a:r>
              <a:rPr sz="950" spc="-85" dirty="0">
                <a:solidFill>
                  <a:srgbClr val="2B404F"/>
                </a:solidFill>
                <a:latin typeface="Tahoma"/>
                <a:cs typeface="Tahoma"/>
              </a:rPr>
              <a:t> </a:t>
            </a:r>
            <a:r>
              <a:rPr sz="950" spc="-10" dirty="0">
                <a:solidFill>
                  <a:srgbClr val="2B404F"/>
                </a:solidFill>
                <a:latin typeface="Tahoma"/>
                <a:cs typeface="Tahoma"/>
              </a:rPr>
              <a:t>trabajo integrados.</a:t>
            </a:r>
            <a:endParaRPr sz="950">
              <a:latin typeface="Tahoma"/>
              <a:cs typeface="Tahoma"/>
            </a:endParaRPr>
          </a:p>
        </p:txBody>
      </p:sp>
      <p:pic>
        <p:nvPicPr>
          <p:cNvPr id="39" name="object 39" descr="data inteligence engine "/>
          <p:cNvPicPr/>
          <p:nvPr/>
        </p:nvPicPr>
        <p:blipFill>
          <a:blip r:embed="rId9" cstate="print"/>
          <a:stretch>
            <a:fillRect/>
          </a:stretch>
        </p:blipFill>
        <p:spPr>
          <a:xfrm>
            <a:off x="8356092" y="2037588"/>
            <a:ext cx="3500501" cy="32632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86841" y="339978"/>
            <a:ext cx="6621145" cy="696595"/>
          </a:xfrm>
          <a:prstGeom prst="rect">
            <a:avLst/>
          </a:prstGeom>
        </p:spPr>
        <p:txBody>
          <a:bodyPr vert="horz" wrap="square" lIns="0" tIns="12700" rIns="0" bIns="0" rtlCol="0">
            <a:spAutoFit/>
          </a:bodyPr>
          <a:lstStyle/>
          <a:p>
            <a:pPr marL="12700">
              <a:lnSpc>
                <a:spcPct val="100000"/>
              </a:lnSpc>
              <a:spcBef>
                <a:spcPts val="100"/>
              </a:spcBef>
            </a:pPr>
            <a:r>
              <a:rPr sz="4400" spc="130" dirty="0"/>
              <a:t>Control</a:t>
            </a:r>
            <a:r>
              <a:rPr sz="4400" spc="-580" dirty="0"/>
              <a:t> </a:t>
            </a:r>
            <a:r>
              <a:rPr sz="4400" dirty="0"/>
              <a:t>Plane</a:t>
            </a:r>
            <a:r>
              <a:rPr sz="4400" spc="-755" dirty="0"/>
              <a:t> </a:t>
            </a:r>
            <a:r>
              <a:rPr sz="4400" spc="-55" dirty="0"/>
              <a:t>vs</a:t>
            </a:r>
            <a:r>
              <a:rPr sz="4400" spc="-780" dirty="0"/>
              <a:t> </a:t>
            </a:r>
            <a:r>
              <a:rPr sz="4400" spc="-25" dirty="0"/>
              <a:t>Data</a:t>
            </a:r>
            <a:r>
              <a:rPr sz="4400" spc="-775" dirty="0"/>
              <a:t> </a:t>
            </a:r>
            <a:r>
              <a:rPr sz="4400" spc="-10" dirty="0"/>
              <a:t>Plane</a:t>
            </a:r>
            <a:endParaRPr sz="4400"/>
          </a:p>
        </p:txBody>
      </p:sp>
      <p:sp>
        <p:nvSpPr>
          <p:cNvPr id="3" name="object 3"/>
          <p:cNvSpPr txBox="1"/>
          <p:nvPr/>
        </p:nvSpPr>
        <p:spPr>
          <a:xfrm>
            <a:off x="586841" y="1028166"/>
            <a:ext cx="5772150" cy="895985"/>
          </a:xfrm>
          <a:prstGeom prst="rect">
            <a:avLst/>
          </a:prstGeom>
        </p:spPr>
        <p:txBody>
          <a:bodyPr vert="horz" wrap="square" lIns="0" tIns="11430" rIns="0" bIns="0" rtlCol="0">
            <a:spAutoFit/>
          </a:bodyPr>
          <a:lstStyle/>
          <a:p>
            <a:pPr marL="12700" marR="5080">
              <a:lnSpc>
                <a:spcPct val="136100"/>
              </a:lnSpc>
              <a:spcBef>
                <a:spcPts val="90"/>
              </a:spcBef>
            </a:pPr>
            <a:r>
              <a:rPr sz="1400" dirty="0">
                <a:solidFill>
                  <a:srgbClr val="2B404F"/>
                </a:solidFill>
                <a:latin typeface="Tahoma"/>
                <a:cs typeface="Tahoma"/>
              </a:rPr>
              <a:t>Databricks</a:t>
            </a:r>
            <a:r>
              <a:rPr sz="1400" spc="-110" dirty="0">
                <a:solidFill>
                  <a:srgbClr val="2B404F"/>
                </a:solidFill>
                <a:latin typeface="Tahoma"/>
                <a:cs typeface="Tahoma"/>
              </a:rPr>
              <a:t> </a:t>
            </a:r>
            <a:r>
              <a:rPr sz="1400" dirty="0">
                <a:solidFill>
                  <a:srgbClr val="2B404F"/>
                </a:solidFill>
                <a:latin typeface="Tahoma"/>
                <a:cs typeface="Tahoma"/>
              </a:rPr>
              <a:t>divide</a:t>
            </a:r>
            <a:r>
              <a:rPr sz="1400" spc="-50" dirty="0">
                <a:solidFill>
                  <a:srgbClr val="2B404F"/>
                </a:solidFill>
                <a:latin typeface="Tahoma"/>
                <a:cs typeface="Tahoma"/>
              </a:rPr>
              <a:t> </a:t>
            </a:r>
            <a:r>
              <a:rPr sz="1400" dirty="0">
                <a:solidFill>
                  <a:srgbClr val="2B404F"/>
                </a:solidFill>
                <a:latin typeface="Tahoma"/>
                <a:cs typeface="Tahoma"/>
              </a:rPr>
              <a:t>su</a:t>
            </a:r>
            <a:r>
              <a:rPr sz="1400" spc="-105" dirty="0">
                <a:solidFill>
                  <a:srgbClr val="2B404F"/>
                </a:solidFill>
                <a:latin typeface="Tahoma"/>
                <a:cs typeface="Tahoma"/>
              </a:rPr>
              <a:t> </a:t>
            </a:r>
            <a:r>
              <a:rPr sz="1400" dirty="0">
                <a:solidFill>
                  <a:srgbClr val="2B404F"/>
                </a:solidFill>
                <a:latin typeface="Tahoma"/>
                <a:cs typeface="Tahoma"/>
              </a:rPr>
              <a:t>arquitectura</a:t>
            </a:r>
            <a:r>
              <a:rPr sz="1400" spc="-114" dirty="0">
                <a:solidFill>
                  <a:srgbClr val="2B404F"/>
                </a:solidFill>
                <a:latin typeface="Tahoma"/>
                <a:cs typeface="Tahoma"/>
              </a:rPr>
              <a:t> </a:t>
            </a:r>
            <a:r>
              <a:rPr sz="1400" dirty="0">
                <a:solidFill>
                  <a:srgbClr val="2B404F"/>
                </a:solidFill>
                <a:latin typeface="Tahoma"/>
                <a:cs typeface="Tahoma"/>
              </a:rPr>
              <a:t>en</a:t>
            </a:r>
            <a:r>
              <a:rPr sz="1400" spc="-105" dirty="0">
                <a:solidFill>
                  <a:srgbClr val="2B404F"/>
                </a:solidFill>
                <a:latin typeface="Tahoma"/>
                <a:cs typeface="Tahoma"/>
              </a:rPr>
              <a:t> </a:t>
            </a:r>
            <a:r>
              <a:rPr sz="1400" spc="70" dirty="0">
                <a:solidFill>
                  <a:srgbClr val="2B404F"/>
                </a:solidFill>
                <a:latin typeface="Tahoma"/>
                <a:cs typeface="Tahoma"/>
              </a:rPr>
              <a:t>dos</a:t>
            </a:r>
            <a:r>
              <a:rPr sz="1400" spc="-60" dirty="0">
                <a:solidFill>
                  <a:srgbClr val="2B404F"/>
                </a:solidFill>
                <a:latin typeface="Tahoma"/>
                <a:cs typeface="Tahoma"/>
              </a:rPr>
              <a:t> </a:t>
            </a:r>
            <a:r>
              <a:rPr sz="1400" dirty="0">
                <a:solidFill>
                  <a:srgbClr val="2B404F"/>
                </a:solidFill>
                <a:latin typeface="Tahoma"/>
                <a:cs typeface="Tahoma"/>
              </a:rPr>
              <a:t>planos</a:t>
            </a:r>
            <a:r>
              <a:rPr sz="1400" spc="-105" dirty="0">
                <a:solidFill>
                  <a:srgbClr val="2B404F"/>
                </a:solidFill>
                <a:latin typeface="Tahoma"/>
                <a:cs typeface="Tahoma"/>
              </a:rPr>
              <a:t> </a:t>
            </a:r>
            <a:r>
              <a:rPr sz="1400" spc="80" dirty="0">
                <a:solidFill>
                  <a:srgbClr val="2B404F"/>
                </a:solidFill>
                <a:latin typeface="Tahoma"/>
                <a:cs typeface="Tahoma"/>
              </a:rPr>
              <a:t>con</a:t>
            </a:r>
            <a:r>
              <a:rPr sz="1400" spc="-25" dirty="0">
                <a:solidFill>
                  <a:srgbClr val="2B404F"/>
                </a:solidFill>
                <a:latin typeface="Tahoma"/>
                <a:cs typeface="Tahoma"/>
              </a:rPr>
              <a:t> </a:t>
            </a:r>
            <a:r>
              <a:rPr sz="1400" spc="-10" dirty="0">
                <a:solidFill>
                  <a:srgbClr val="2B404F"/>
                </a:solidFill>
                <a:latin typeface="Tahoma"/>
                <a:cs typeface="Tahoma"/>
              </a:rPr>
              <a:t>responsabilidades </a:t>
            </a:r>
            <a:r>
              <a:rPr sz="1400" dirty="0">
                <a:solidFill>
                  <a:srgbClr val="2B404F"/>
                </a:solidFill>
                <a:latin typeface="Tahoma"/>
                <a:cs typeface="Tahoma"/>
              </a:rPr>
              <a:t>claramente</a:t>
            </a:r>
            <a:r>
              <a:rPr sz="1400" spc="-45" dirty="0">
                <a:solidFill>
                  <a:srgbClr val="2B404F"/>
                </a:solidFill>
                <a:latin typeface="Tahoma"/>
                <a:cs typeface="Tahoma"/>
              </a:rPr>
              <a:t> </a:t>
            </a:r>
            <a:r>
              <a:rPr sz="1400" dirty="0">
                <a:solidFill>
                  <a:srgbClr val="2B404F"/>
                </a:solidFill>
                <a:latin typeface="Tahoma"/>
                <a:cs typeface="Tahoma"/>
              </a:rPr>
              <a:t>delimitadas.</a:t>
            </a:r>
            <a:r>
              <a:rPr sz="1400" spc="-60" dirty="0">
                <a:solidFill>
                  <a:srgbClr val="2B404F"/>
                </a:solidFill>
                <a:latin typeface="Tahoma"/>
                <a:cs typeface="Tahoma"/>
              </a:rPr>
              <a:t> </a:t>
            </a:r>
            <a:r>
              <a:rPr sz="1400" dirty="0">
                <a:solidFill>
                  <a:srgbClr val="2B404F"/>
                </a:solidFill>
                <a:latin typeface="Tahoma"/>
                <a:cs typeface="Tahoma"/>
              </a:rPr>
              <a:t>Esta</a:t>
            </a:r>
            <a:r>
              <a:rPr sz="1400" spc="-65" dirty="0">
                <a:solidFill>
                  <a:srgbClr val="2B404F"/>
                </a:solidFill>
                <a:latin typeface="Tahoma"/>
                <a:cs typeface="Tahoma"/>
              </a:rPr>
              <a:t> </a:t>
            </a:r>
            <a:r>
              <a:rPr sz="1400" dirty="0">
                <a:solidFill>
                  <a:srgbClr val="2B404F"/>
                </a:solidFill>
                <a:latin typeface="Tahoma"/>
                <a:cs typeface="Tahoma"/>
              </a:rPr>
              <a:t>separación</a:t>
            </a:r>
            <a:r>
              <a:rPr sz="1400" spc="-55" dirty="0">
                <a:solidFill>
                  <a:srgbClr val="2B404F"/>
                </a:solidFill>
                <a:latin typeface="Tahoma"/>
                <a:cs typeface="Tahoma"/>
              </a:rPr>
              <a:t> </a:t>
            </a:r>
            <a:r>
              <a:rPr sz="1400" dirty="0">
                <a:solidFill>
                  <a:srgbClr val="2B404F"/>
                </a:solidFill>
                <a:latin typeface="Tahoma"/>
                <a:cs typeface="Tahoma"/>
              </a:rPr>
              <a:t>es</a:t>
            </a:r>
            <a:r>
              <a:rPr sz="1400" spc="-65" dirty="0">
                <a:solidFill>
                  <a:srgbClr val="2B404F"/>
                </a:solidFill>
                <a:latin typeface="Tahoma"/>
                <a:cs typeface="Tahoma"/>
              </a:rPr>
              <a:t> </a:t>
            </a:r>
            <a:r>
              <a:rPr sz="1400" dirty="0">
                <a:solidFill>
                  <a:srgbClr val="2B404F"/>
                </a:solidFill>
                <a:latin typeface="Tahoma"/>
                <a:cs typeface="Tahoma"/>
              </a:rPr>
              <a:t>fundamental</a:t>
            </a:r>
            <a:r>
              <a:rPr sz="1400" spc="-35" dirty="0">
                <a:solidFill>
                  <a:srgbClr val="2B404F"/>
                </a:solidFill>
                <a:latin typeface="Tahoma"/>
                <a:cs typeface="Tahoma"/>
              </a:rPr>
              <a:t> </a:t>
            </a:r>
            <a:r>
              <a:rPr sz="1400" spc="-10" dirty="0">
                <a:solidFill>
                  <a:srgbClr val="2B404F"/>
                </a:solidFill>
                <a:latin typeface="Tahoma"/>
                <a:cs typeface="Tahoma"/>
              </a:rPr>
              <a:t>para</a:t>
            </a:r>
            <a:r>
              <a:rPr sz="1400" spc="-45" dirty="0">
                <a:solidFill>
                  <a:srgbClr val="2B404F"/>
                </a:solidFill>
                <a:latin typeface="Tahoma"/>
                <a:cs typeface="Tahoma"/>
              </a:rPr>
              <a:t> </a:t>
            </a:r>
            <a:r>
              <a:rPr sz="1400" spc="-10" dirty="0">
                <a:solidFill>
                  <a:srgbClr val="2B404F"/>
                </a:solidFill>
                <a:latin typeface="Tahoma"/>
                <a:cs typeface="Tahoma"/>
              </a:rPr>
              <a:t>entender</a:t>
            </a:r>
            <a:r>
              <a:rPr sz="1400" spc="-65" dirty="0">
                <a:solidFill>
                  <a:srgbClr val="2B404F"/>
                </a:solidFill>
                <a:latin typeface="Tahoma"/>
                <a:cs typeface="Tahoma"/>
              </a:rPr>
              <a:t> </a:t>
            </a:r>
            <a:r>
              <a:rPr sz="1400" spc="-25" dirty="0">
                <a:solidFill>
                  <a:srgbClr val="2B404F"/>
                </a:solidFill>
                <a:latin typeface="Tahoma"/>
                <a:cs typeface="Tahoma"/>
              </a:rPr>
              <a:t>la </a:t>
            </a:r>
            <a:r>
              <a:rPr sz="1400" spc="-10" dirty="0">
                <a:solidFill>
                  <a:srgbClr val="2B404F"/>
                </a:solidFill>
                <a:latin typeface="Tahoma"/>
                <a:cs typeface="Tahoma"/>
              </a:rPr>
              <a:t>seguridad</a:t>
            </a:r>
            <a:r>
              <a:rPr sz="1400" spc="-150" dirty="0">
                <a:solidFill>
                  <a:srgbClr val="2B404F"/>
                </a:solidFill>
                <a:latin typeface="Tahoma"/>
                <a:cs typeface="Tahoma"/>
              </a:rPr>
              <a:t> </a:t>
            </a:r>
            <a:r>
              <a:rPr sz="1400" spc="-70" dirty="0">
                <a:solidFill>
                  <a:srgbClr val="2B404F"/>
                </a:solidFill>
                <a:latin typeface="Tahoma"/>
                <a:cs typeface="Tahoma"/>
              </a:rPr>
              <a:t>y</a:t>
            </a:r>
            <a:r>
              <a:rPr sz="1400" spc="-165" dirty="0">
                <a:solidFill>
                  <a:srgbClr val="2B404F"/>
                </a:solidFill>
                <a:latin typeface="Tahoma"/>
                <a:cs typeface="Tahoma"/>
              </a:rPr>
              <a:t> </a:t>
            </a:r>
            <a:r>
              <a:rPr sz="1400" dirty="0">
                <a:solidFill>
                  <a:srgbClr val="2B404F"/>
                </a:solidFill>
                <a:latin typeface="Tahoma"/>
                <a:cs typeface="Tahoma"/>
              </a:rPr>
              <a:t>el</a:t>
            </a:r>
            <a:r>
              <a:rPr sz="1400" spc="-135" dirty="0">
                <a:solidFill>
                  <a:srgbClr val="2B404F"/>
                </a:solidFill>
                <a:latin typeface="Tahoma"/>
                <a:cs typeface="Tahoma"/>
              </a:rPr>
              <a:t> </a:t>
            </a:r>
            <a:r>
              <a:rPr sz="1400" spc="-20" dirty="0">
                <a:solidFill>
                  <a:srgbClr val="2B404F"/>
                </a:solidFill>
                <a:latin typeface="Tahoma"/>
                <a:cs typeface="Tahoma"/>
              </a:rPr>
              <a:t>flujo</a:t>
            </a:r>
            <a:r>
              <a:rPr sz="1400" spc="-105" dirty="0">
                <a:solidFill>
                  <a:srgbClr val="2B404F"/>
                </a:solidFill>
                <a:latin typeface="Tahoma"/>
                <a:cs typeface="Tahoma"/>
              </a:rPr>
              <a:t> </a:t>
            </a:r>
            <a:r>
              <a:rPr sz="1400" dirty="0">
                <a:solidFill>
                  <a:srgbClr val="2B404F"/>
                </a:solidFill>
                <a:latin typeface="Tahoma"/>
                <a:cs typeface="Tahoma"/>
              </a:rPr>
              <a:t>de</a:t>
            </a:r>
            <a:r>
              <a:rPr sz="1400" spc="-65" dirty="0">
                <a:solidFill>
                  <a:srgbClr val="2B404F"/>
                </a:solidFill>
                <a:latin typeface="Tahoma"/>
                <a:cs typeface="Tahoma"/>
              </a:rPr>
              <a:t> </a:t>
            </a:r>
            <a:r>
              <a:rPr sz="1400" spc="-10" dirty="0">
                <a:solidFill>
                  <a:srgbClr val="2B404F"/>
                </a:solidFill>
                <a:latin typeface="Tahoma"/>
                <a:cs typeface="Tahoma"/>
              </a:rPr>
              <a:t>datos.</a:t>
            </a:r>
            <a:endParaRPr sz="1400">
              <a:latin typeface="Tahoma"/>
              <a:cs typeface="Tahoma"/>
            </a:endParaRPr>
          </a:p>
        </p:txBody>
      </p:sp>
      <p:sp>
        <p:nvSpPr>
          <p:cNvPr id="4" name="object 4"/>
          <p:cNvSpPr/>
          <p:nvPr/>
        </p:nvSpPr>
        <p:spPr>
          <a:xfrm>
            <a:off x="495300" y="2069210"/>
            <a:ext cx="3000375" cy="2714625"/>
          </a:xfrm>
          <a:custGeom>
            <a:avLst/>
            <a:gdLst/>
            <a:ahLst/>
            <a:cxnLst/>
            <a:rect l="l" t="t" r="r" b="b"/>
            <a:pathLst>
              <a:path w="3000375" h="2714625">
                <a:moveTo>
                  <a:pt x="2984119" y="0"/>
                </a:moveTo>
                <a:lnTo>
                  <a:pt x="16268" y="0"/>
                </a:lnTo>
                <a:lnTo>
                  <a:pt x="13881" y="508"/>
                </a:lnTo>
                <a:lnTo>
                  <a:pt x="0" y="16255"/>
                </a:lnTo>
                <a:lnTo>
                  <a:pt x="0" y="2698369"/>
                </a:lnTo>
                <a:lnTo>
                  <a:pt x="16268" y="2714625"/>
                </a:lnTo>
                <a:lnTo>
                  <a:pt x="2984119" y="2714625"/>
                </a:lnTo>
                <a:lnTo>
                  <a:pt x="3000375" y="2698369"/>
                </a:lnTo>
                <a:lnTo>
                  <a:pt x="3000375" y="16255"/>
                </a:lnTo>
                <a:lnTo>
                  <a:pt x="2986532" y="508"/>
                </a:lnTo>
                <a:lnTo>
                  <a:pt x="2984119" y="0"/>
                </a:lnTo>
                <a:close/>
              </a:path>
            </a:pathLst>
          </a:custGeom>
          <a:solidFill>
            <a:srgbClr val="305F7A"/>
          </a:solidFill>
        </p:spPr>
        <p:txBody>
          <a:bodyPr wrap="square" lIns="0" tIns="0" rIns="0" bIns="0" rtlCol="0"/>
          <a:lstStyle/>
          <a:p>
            <a:endParaRPr/>
          </a:p>
        </p:txBody>
      </p:sp>
      <p:sp>
        <p:nvSpPr>
          <p:cNvPr id="5" name="object 5"/>
          <p:cNvSpPr txBox="1"/>
          <p:nvPr/>
        </p:nvSpPr>
        <p:spPr>
          <a:xfrm>
            <a:off x="648716" y="2090978"/>
            <a:ext cx="2693035" cy="504190"/>
          </a:xfrm>
          <a:prstGeom prst="rect">
            <a:avLst/>
          </a:prstGeom>
        </p:spPr>
        <p:txBody>
          <a:bodyPr vert="horz" wrap="square" lIns="0" tIns="12700" rIns="0" bIns="0" rtlCol="0">
            <a:spAutoFit/>
          </a:bodyPr>
          <a:lstStyle/>
          <a:p>
            <a:pPr marL="12700" marR="5080">
              <a:lnSpc>
                <a:spcPct val="108300"/>
              </a:lnSpc>
              <a:spcBef>
                <a:spcPts val="100"/>
              </a:spcBef>
            </a:pPr>
            <a:r>
              <a:rPr sz="1450" spc="55" dirty="0">
                <a:solidFill>
                  <a:srgbClr val="FFFFFF"/>
                </a:solidFill>
                <a:latin typeface="Tahoma"/>
                <a:cs typeface="Tahoma"/>
              </a:rPr>
              <a:t>Control</a:t>
            </a:r>
            <a:r>
              <a:rPr sz="1450" spc="-165" dirty="0">
                <a:solidFill>
                  <a:srgbClr val="FFFFFF"/>
                </a:solidFill>
                <a:latin typeface="Tahoma"/>
                <a:cs typeface="Tahoma"/>
              </a:rPr>
              <a:t> </a:t>
            </a:r>
            <a:r>
              <a:rPr sz="1450" dirty="0">
                <a:solidFill>
                  <a:srgbClr val="FFFFFF"/>
                </a:solidFill>
                <a:latin typeface="Tahoma"/>
                <a:cs typeface="Tahoma"/>
              </a:rPr>
              <a:t>Plane</a:t>
            </a:r>
            <a:r>
              <a:rPr sz="1450" spc="-265" dirty="0">
                <a:solidFill>
                  <a:srgbClr val="FFFFFF"/>
                </a:solidFill>
                <a:latin typeface="Tahoma"/>
                <a:cs typeface="Tahoma"/>
              </a:rPr>
              <a:t> </a:t>
            </a:r>
            <a:r>
              <a:rPr sz="1450" spc="65" dirty="0">
                <a:solidFill>
                  <a:srgbClr val="FFFFFF"/>
                </a:solidFill>
                <a:latin typeface="Tahoma"/>
                <a:cs typeface="Tahoma"/>
              </a:rPr>
              <a:t>—</a:t>
            </a:r>
            <a:r>
              <a:rPr sz="1450" spc="60" dirty="0">
                <a:solidFill>
                  <a:srgbClr val="FFFFFF"/>
                </a:solidFill>
                <a:latin typeface="Tahoma"/>
                <a:cs typeface="Tahoma"/>
              </a:rPr>
              <a:t>Gestionado</a:t>
            </a:r>
            <a:r>
              <a:rPr sz="1450" spc="65" dirty="0">
                <a:solidFill>
                  <a:srgbClr val="FFFFFF"/>
                </a:solidFill>
                <a:latin typeface="Tahoma"/>
                <a:cs typeface="Tahoma"/>
              </a:rPr>
              <a:t> </a:t>
            </a:r>
            <a:r>
              <a:rPr sz="1450" spc="-25" dirty="0">
                <a:solidFill>
                  <a:srgbClr val="FFFFFF"/>
                </a:solidFill>
                <a:latin typeface="Tahoma"/>
                <a:cs typeface="Tahoma"/>
              </a:rPr>
              <a:t>por </a:t>
            </a:r>
            <a:r>
              <a:rPr sz="1450" spc="-10" dirty="0">
                <a:solidFill>
                  <a:srgbClr val="FFFFFF"/>
                </a:solidFill>
                <a:latin typeface="Tahoma"/>
                <a:cs typeface="Tahoma"/>
              </a:rPr>
              <a:t>Databricks</a:t>
            </a:r>
            <a:endParaRPr sz="1450">
              <a:latin typeface="Tahoma"/>
              <a:cs typeface="Tahoma"/>
            </a:endParaRPr>
          </a:p>
        </p:txBody>
      </p:sp>
      <p:sp>
        <p:nvSpPr>
          <p:cNvPr id="11" name="object 11"/>
          <p:cNvSpPr txBox="1"/>
          <p:nvPr/>
        </p:nvSpPr>
        <p:spPr>
          <a:xfrm>
            <a:off x="3649471" y="2045004"/>
            <a:ext cx="2090420" cy="472694"/>
          </a:xfrm>
          <a:prstGeom prst="rect">
            <a:avLst/>
          </a:prstGeom>
        </p:spPr>
        <p:txBody>
          <a:bodyPr vert="horz" wrap="square" lIns="0" tIns="12700" rIns="0" bIns="0" rtlCol="0">
            <a:spAutoFit/>
          </a:bodyPr>
          <a:lstStyle/>
          <a:p>
            <a:pPr marL="12700" marR="5080">
              <a:lnSpc>
                <a:spcPct val="108300"/>
              </a:lnSpc>
              <a:spcBef>
                <a:spcPts val="100"/>
              </a:spcBef>
            </a:pPr>
            <a:r>
              <a:rPr sz="1450" spc="-10" dirty="0">
                <a:solidFill>
                  <a:srgbClr val="114E71"/>
                </a:solidFill>
                <a:latin typeface="Tahoma"/>
                <a:cs typeface="Tahoma"/>
              </a:rPr>
              <a:t>Data</a:t>
            </a:r>
            <a:r>
              <a:rPr sz="1450" spc="-240" dirty="0">
                <a:solidFill>
                  <a:srgbClr val="114E71"/>
                </a:solidFill>
                <a:latin typeface="Tahoma"/>
                <a:cs typeface="Tahoma"/>
              </a:rPr>
              <a:t> </a:t>
            </a:r>
            <a:r>
              <a:rPr sz="1450" dirty="0">
                <a:solidFill>
                  <a:srgbClr val="114E71"/>
                </a:solidFill>
                <a:latin typeface="Tahoma"/>
                <a:cs typeface="Tahoma"/>
              </a:rPr>
              <a:t>Plane</a:t>
            </a:r>
            <a:r>
              <a:rPr sz="1450" spc="-229" dirty="0">
                <a:solidFill>
                  <a:srgbClr val="114E71"/>
                </a:solidFill>
                <a:latin typeface="Tahoma"/>
                <a:cs typeface="Tahoma"/>
              </a:rPr>
              <a:t> </a:t>
            </a:r>
            <a:r>
              <a:rPr sz="1450" spc="65" dirty="0">
                <a:solidFill>
                  <a:srgbClr val="114E71"/>
                </a:solidFill>
                <a:latin typeface="Tahoma"/>
                <a:cs typeface="Tahoma"/>
              </a:rPr>
              <a:t>—</a:t>
            </a:r>
            <a:r>
              <a:rPr sz="1450" spc="45" dirty="0" err="1">
                <a:solidFill>
                  <a:srgbClr val="114E71"/>
                </a:solidFill>
                <a:latin typeface="Tahoma"/>
                <a:cs typeface="Tahoma"/>
              </a:rPr>
              <a:t>Suscripción</a:t>
            </a:r>
            <a:r>
              <a:rPr sz="1450" spc="45" dirty="0">
                <a:solidFill>
                  <a:srgbClr val="114E71"/>
                </a:solidFill>
                <a:latin typeface="Tahoma"/>
                <a:cs typeface="Tahoma"/>
              </a:rPr>
              <a:t> </a:t>
            </a:r>
            <a:r>
              <a:rPr lang="es-419" sz="1450" spc="10" dirty="0">
                <a:solidFill>
                  <a:srgbClr val="114E71"/>
                </a:solidFill>
                <a:latin typeface="Tahoma"/>
                <a:cs typeface="Tahoma"/>
              </a:rPr>
              <a:t>AWS </a:t>
            </a:r>
            <a:r>
              <a:rPr sz="1450" spc="10" dirty="0">
                <a:solidFill>
                  <a:srgbClr val="114E71"/>
                </a:solidFill>
                <a:latin typeface="Tahoma"/>
                <a:cs typeface="Tahoma"/>
              </a:rPr>
              <a:t>del</a:t>
            </a:r>
            <a:r>
              <a:rPr sz="1450" spc="-90" dirty="0">
                <a:solidFill>
                  <a:srgbClr val="114E71"/>
                </a:solidFill>
                <a:latin typeface="Tahoma"/>
                <a:cs typeface="Tahoma"/>
              </a:rPr>
              <a:t> </a:t>
            </a:r>
            <a:r>
              <a:rPr sz="1450" spc="45" dirty="0">
                <a:solidFill>
                  <a:srgbClr val="114E71"/>
                </a:solidFill>
                <a:latin typeface="Tahoma"/>
                <a:cs typeface="Tahoma"/>
              </a:rPr>
              <a:t>Cliente</a:t>
            </a:r>
            <a:endParaRPr sz="1450" dirty="0">
              <a:latin typeface="Tahoma"/>
              <a:cs typeface="Tahoma"/>
            </a:endParaRPr>
          </a:p>
        </p:txBody>
      </p:sp>
      <p:sp>
        <p:nvSpPr>
          <p:cNvPr id="6" name="object 6"/>
          <p:cNvSpPr txBox="1"/>
          <p:nvPr/>
        </p:nvSpPr>
        <p:spPr>
          <a:xfrm>
            <a:off x="887983" y="2689910"/>
            <a:ext cx="2279650" cy="1929764"/>
          </a:xfrm>
          <a:prstGeom prst="rect">
            <a:avLst/>
          </a:prstGeom>
        </p:spPr>
        <p:txBody>
          <a:bodyPr vert="horz" wrap="square" lIns="0" tIns="12065" rIns="0" bIns="0" rtlCol="0">
            <a:spAutoFit/>
          </a:bodyPr>
          <a:lstStyle/>
          <a:p>
            <a:pPr marL="184785" marR="280670" indent="-172720">
              <a:lnSpc>
                <a:spcPct val="135700"/>
              </a:lnSpc>
              <a:spcBef>
                <a:spcPts val="95"/>
              </a:spcBef>
              <a:buFont typeface="Arial MT"/>
              <a:buChar char="•"/>
              <a:tabLst>
                <a:tab pos="184785" algn="l"/>
              </a:tabLst>
            </a:pPr>
            <a:r>
              <a:rPr sz="1150" spc="-10" dirty="0">
                <a:solidFill>
                  <a:srgbClr val="FFFFFF"/>
                </a:solidFill>
                <a:latin typeface="Tahoma"/>
                <a:cs typeface="Tahoma"/>
              </a:rPr>
              <a:t>Interfazweb</a:t>
            </a:r>
            <a:r>
              <a:rPr sz="1150" spc="-125" dirty="0">
                <a:solidFill>
                  <a:srgbClr val="FFFFFF"/>
                </a:solidFill>
                <a:latin typeface="Tahoma"/>
                <a:cs typeface="Tahoma"/>
              </a:rPr>
              <a:t> </a:t>
            </a:r>
            <a:r>
              <a:rPr sz="1150" dirty="0">
                <a:solidFill>
                  <a:srgbClr val="FFFFFF"/>
                </a:solidFill>
                <a:latin typeface="Tahoma"/>
                <a:cs typeface="Tahoma"/>
              </a:rPr>
              <a:t>(UI)yconsola</a:t>
            </a:r>
            <a:r>
              <a:rPr sz="1150" spc="-125" dirty="0">
                <a:solidFill>
                  <a:srgbClr val="FFFFFF"/>
                </a:solidFill>
                <a:latin typeface="Tahoma"/>
                <a:cs typeface="Tahoma"/>
              </a:rPr>
              <a:t> </a:t>
            </a:r>
            <a:r>
              <a:rPr sz="1150" spc="-25" dirty="0">
                <a:solidFill>
                  <a:srgbClr val="FFFFFF"/>
                </a:solidFill>
                <a:latin typeface="Tahoma"/>
                <a:cs typeface="Tahoma"/>
              </a:rPr>
              <a:t>de </a:t>
            </a:r>
            <a:r>
              <a:rPr sz="1150" spc="-10" dirty="0">
                <a:solidFill>
                  <a:srgbClr val="FFFFFF"/>
                </a:solidFill>
                <a:latin typeface="Tahoma"/>
                <a:cs typeface="Tahoma"/>
              </a:rPr>
              <a:t>administración</a:t>
            </a:r>
            <a:endParaRPr sz="1150">
              <a:latin typeface="Tahoma"/>
              <a:cs typeface="Tahoma"/>
            </a:endParaRPr>
          </a:p>
          <a:p>
            <a:pPr marL="186055" indent="-173355">
              <a:lnSpc>
                <a:spcPct val="100000"/>
              </a:lnSpc>
              <a:spcBef>
                <a:spcPts val="1060"/>
              </a:spcBef>
              <a:buFont typeface="Arial MT"/>
              <a:buChar char="•"/>
              <a:tabLst>
                <a:tab pos="186055" algn="l"/>
              </a:tabLst>
            </a:pPr>
            <a:r>
              <a:rPr sz="1150" spc="-10" dirty="0">
                <a:solidFill>
                  <a:srgbClr val="FFFFFF"/>
                </a:solidFill>
                <a:latin typeface="Tahoma"/>
                <a:cs typeface="Tahoma"/>
              </a:rPr>
              <a:t>RESTAPIpública</a:t>
            </a:r>
            <a:endParaRPr sz="1150">
              <a:latin typeface="Tahoma"/>
              <a:cs typeface="Tahoma"/>
            </a:endParaRPr>
          </a:p>
          <a:p>
            <a:pPr marL="186055" indent="-173355">
              <a:lnSpc>
                <a:spcPct val="100000"/>
              </a:lnSpc>
              <a:spcBef>
                <a:spcPts val="840"/>
              </a:spcBef>
              <a:buFont typeface="Arial MT"/>
              <a:buChar char="•"/>
              <a:tabLst>
                <a:tab pos="186055" algn="l"/>
              </a:tabLst>
            </a:pPr>
            <a:r>
              <a:rPr sz="1150" spc="-95" dirty="0">
                <a:solidFill>
                  <a:srgbClr val="FFFFFF"/>
                </a:solidFill>
                <a:latin typeface="Tahoma"/>
                <a:cs typeface="Tahoma"/>
              </a:rPr>
              <a:t>J</a:t>
            </a:r>
            <a:r>
              <a:rPr sz="1150" spc="-195" dirty="0">
                <a:solidFill>
                  <a:srgbClr val="FFFFFF"/>
                </a:solidFill>
                <a:latin typeface="Tahoma"/>
                <a:cs typeface="Tahoma"/>
              </a:rPr>
              <a:t> </a:t>
            </a:r>
            <a:r>
              <a:rPr sz="1150" spc="75" dirty="0">
                <a:solidFill>
                  <a:srgbClr val="FFFFFF"/>
                </a:solidFill>
                <a:latin typeface="Tahoma"/>
                <a:cs typeface="Tahoma"/>
              </a:rPr>
              <a:t>ob</a:t>
            </a:r>
            <a:r>
              <a:rPr sz="1150" spc="50" dirty="0">
                <a:solidFill>
                  <a:srgbClr val="FFFFFF"/>
                </a:solidFill>
                <a:latin typeface="Tahoma"/>
                <a:cs typeface="Tahoma"/>
              </a:rPr>
              <a:t> </a:t>
            </a:r>
            <a:r>
              <a:rPr sz="1150" dirty="0">
                <a:solidFill>
                  <a:srgbClr val="FFFFFF"/>
                </a:solidFill>
                <a:latin typeface="Tahoma"/>
                <a:cs typeface="Tahoma"/>
              </a:rPr>
              <a:t>Scheduler</a:t>
            </a:r>
            <a:r>
              <a:rPr sz="1150" spc="-135" dirty="0">
                <a:solidFill>
                  <a:srgbClr val="FFFFFF"/>
                </a:solidFill>
                <a:latin typeface="Tahoma"/>
                <a:cs typeface="Tahoma"/>
              </a:rPr>
              <a:t> </a:t>
            </a:r>
            <a:r>
              <a:rPr sz="1150" spc="-65" dirty="0">
                <a:solidFill>
                  <a:srgbClr val="FFFFFF"/>
                </a:solidFill>
                <a:latin typeface="Tahoma"/>
                <a:cs typeface="Tahoma"/>
              </a:rPr>
              <a:t>y</a:t>
            </a:r>
            <a:r>
              <a:rPr sz="1150" spc="-140" dirty="0">
                <a:solidFill>
                  <a:srgbClr val="FFFFFF"/>
                </a:solidFill>
                <a:latin typeface="Tahoma"/>
                <a:cs typeface="Tahoma"/>
              </a:rPr>
              <a:t> </a:t>
            </a:r>
            <a:r>
              <a:rPr sz="1150" spc="-10" dirty="0">
                <a:solidFill>
                  <a:srgbClr val="FFFFFF"/>
                </a:solidFill>
                <a:latin typeface="Tahoma"/>
                <a:cs typeface="Tahoma"/>
              </a:rPr>
              <a:t>orquestación</a:t>
            </a:r>
            <a:r>
              <a:rPr sz="1150" spc="-95" dirty="0">
                <a:solidFill>
                  <a:srgbClr val="FFFFFF"/>
                </a:solidFill>
                <a:latin typeface="Tahoma"/>
                <a:cs typeface="Tahoma"/>
              </a:rPr>
              <a:t> </a:t>
            </a:r>
            <a:r>
              <a:rPr sz="1150" spc="40" dirty="0">
                <a:solidFill>
                  <a:srgbClr val="FFFFFF"/>
                </a:solidFill>
                <a:latin typeface="Tahoma"/>
                <a:cs typeface="Tahoma"/>
              </a:rPr>
              <a:t>de</a:t>
            </a:r>
            <a:endParaRPr sz="1150">
              <a:latin typeface="Tahoma"/>
              <a:cs typeface="Tahoma"/>
            </a:endParaRPr>
          </a:p>
          <a:p>
            <a:pPr marL="184785">
              <a:lnSpc>
                <a:spcPct val="100000"/>
              </a:lnSpc>
              <a:spcBef>
                <a:spcPts val="505"/>
              </a:spcBef>
            </a:pPr>
            <a:r>
              <a:rPr sz="1150" spc="-10" dirty="0">
                <a:solidFill>
                  <a:srgbClr val="FFFFFF"/>
                </a:solidFill>
                <a:latin typeface="Tahoma"/>
                <a:cs typeface="Tahoma"/>
              </a:rPr>
              <a:t>tareas</a:t>
            </a:r>
            <a:endParaRPr sz="1150">
              <a:latin typeface="Tahoma"/>
              <a:cs typeface="Tahoma"/>
            </a:endParaRPr>
          </a:p>
          <a:p>
            <a:pPr marL="186055" indent="-173355">
              <a:lnSpc>
                <a:spcPct val="100000"/>
              </a:lnSpc>
              <a:spcBef>
                <a:spcPts val="1045"/>
              </a:spcBef>
              <a:buFont typeface="Arial MT"/>
              <a:buChar char="•"/>
              <a:tabLst>
                <a:tab pos="186055" algn="l"/>
              </a:tabLst>
            </a:pPr>
            <a:r>
              <a:rPr sz="1150" dirty="0">
                <a:solidFill>
                  <a:srgbClr val="FFFFFF"/>
                </a:solidFill>
                <a:latin typeface="Tahoma"/>
                <a:cs typeface="Tahoma"/>
              </a:rPr>
              <a:t>Cluster</a:t>
            </a:r>
            <a:r>
              <a:rPr sz="1150" spc="165" dirty="0">
                <a:solidFill>
                  <a:srgbClr val="FFFFFF"/>
                </a:solidFill>
                <a:latin typeface="Tahoma"/>
                <a:cs typeface="Tahoma"/>
              </a:rPr>
              <a:t> </a:t>
            </a:r>
            <a:r>
              <a:rPr sz="1150" spc="-10" dirty="0">
                <a:solidFill>
                  <a:srgbClr val="FFFFFF"/>
                </a:solidFill>
                <a:latin typeface="Tahoma"/>
                <a:cs typeface="Tahoma"/>
              </a:rPr>
              <a:t>Manager</a:t>
            </a:r>
            <a:endParaRPr sz="1150">
              <a:latin typeface="Tahoma"/>
              <a:cs typeface="Tahoma"/>
            </a:endParaRPr>
          </a:p>
          <a:p>
            <a:pPr marL="186055" indent="-173355">
              <a:lnSpc>
                <a:spcPct val="100000"/>
              </a:lnSpc>
              <a:spcBef>
                <a:spcPts val="900"/>
              </a:spcBef>
              <a:buFont typeface="Arial MT"/>
              <a:buChar char="•"/>
              <a:tabLst>
                <a:tab pos="186055" algn="l"/>
              </a:tabLst>
            </a:pPr>
            <a:r>
              <a:rPr sz="1150" dirty="0">
                <a:solidFill>
                  <a:srgbClr val="FFFFFF"/>
                </a:solidFill>
                <a:latin typeface="Tahoma"/>
                <a:cs typeface="Tahoma"/>
              </a:rPr>
              <a:t>Metastore</a:t>
            </a:r>
            <a:r>
              <a:rPr sz="1150" spc="-105" dirty="0">
                <a:solidFill>
                  <a:srgbClr val="FFFFFF"/>
                </a:solidFill>
                <a:latin typeface="Tahoma"/>
                <a:cs typeface="Tahoma"/>
              </a:rPr>
              <a:t> </a:t>
            </a:r>
            <a:r>
              <a:rPr sz="1150" spc="-20" dirty="0">
                <a:solidFill>
                  <a:srgbClr val="FFFFFF"/>
                </a:solidFill>
                <a:latin typeface="Tahoma"/>
                <a:cs typeface="Tahoma"/>
              </a:rPr>
              <a:t>proxy</a:t>
            </a:r>
            <a:r>
              <a:rPr sz="1150" spc="-50" dirty="0">
                <a:solidFill>
                  <a:srgbClr val="FFFFFF"/>
                </a:solidFill>
                <a:latin typeface="Tahoma"/>
                <a:cs typeface="Tahoma"/>
              </a:rPr>
              <a:t> </a:t>
            </a:r>
            <a:r>
              <a:rPr sz="1150" spc="-25" dirty="0">
                <a:solidFill>
                  <a:srgbClr val="FFFFFF"/>
                </a:solidFill>
                <a:latin typeface="Tahoma"/>
                <a:cs typeface="Tahoma"/>
              </a:rPr>
              <a:t>(Unity</a:t>
            </a:r>
            <a:r>
              <a:rPr sz="1150" spc="-75" dirty="0">
                <a:solidFill>
                  <a:srgbClr val="FFFFFF"/>
                </a:solidFill>
                <a:latin typeface="Tahoma"/>
                <a:cs typeface="Tahoma"/>
              </a:rPr>
              <a:t> </a:t>
            </a:r>
            <a:r>
              <a:rPr sz="1150" spc="-10" dirty="0">
                <a:solidFill>
                  <a:srgbClr val="FFFFFF"/>
                </a:solidFill>
                <a:latin typeface="Tahoma"/>
                <a:cs typeface="Tahoma"/>
              </a:rPr>
              <a:t>Catalog)</a:t>
            </a:r>
            <a:endParaRPr sz="1150">
              <a:latin typeface="Tahoma"/>
              <a:cs typeface="Tahoma"/>
            </a:endParaRPr>
          </a:p>
        </p:txBody>
      </p:sp>
      <p:sp>
        <p:nvSpPr>
          <p:cNvPr id="12" name="object 12"/>
          <p:cNvSpPr txBox="1"/>
          <p:nvPr/>
        </p:nvSpPr>
        <p:spPr>
          <a:xfrm>
            <a:off x="3888740" y="2631490"/>
            <a:ext cx="2439670" cy="1620520"/>
          </a:xfrm>
          <a:prstGeom prst="rect">
            <a:avLst/>
          </a:prstGeom>
        </p:spPr>
        <p:txBody>
          <a:bodyPr vert="horz" wrap="square" lIns="0" tIns="107314" rIns="0" bIns="0" rtlCol="0">
            <a:spAutoFit/>
          </a:bodyPr>
          <a:lstStyle/>
          <a:p>
            <a:pPr marL="186055" indent="-173355">
              <a:lnSpc>
                <a:spcPct val="100000"/>
              </a:lnSpc>
              <a:spcBef>
                <a:spcPts val="844"/>
              </a:spcBef>
              <a:buFont typeface="Arial MT"/>
              <a:buChar char="•"/>
              <a:tabLst>
                <a:tab pos="186055" algn="l"/>
              </a:tabLst>
            </a:pPr>
            <a:r>
              <a:rPr sz="1150" spc="85" dirty="0">
                <a:solidFill>
                  <a:srgbClr val="2B404F"/>
                </a:solidFill>
                <a:latin typeface="Tahoma"/>
                <a:cs typeface="Tahoma"/>
              </a:rPr>
              <a:t>Nodo</a:t>
            </a:r>
            <a:r>
              <a:rPr sz="1150" spc="-35" dirty="0">
                <a:solidFill>
                  <a:srgbClr val="2B404F"/>
                </a:solidFill>
                <a:latin typeface="Tahoma"/>
                <a:cs typeface="Tahoma"/>
              </a:rPr>
              <a:t> </a:t>
            </a:r>
            <a:r>
              <a:rPr sz="1150" spc="-25" dirty="0">
                <a:solidFill>
                  <a:srgbClr val="2B404F"/>
                </a:solidFill>
                <a:latin typeface="Tahoma"/>
                <a:cs typeface="Tahoma"/>
              </a:rPr>
              <a:t>driver</a:t>
            </a:r>
            <a:r>
              <a:rPr sz="1150" spc="-145" dirty="0">
                <a:solidFill>
                  <a:srgbClr val="2B404F"/>
                </a:solidFill>
                <a:latin typeface="Tahoma"/>
                <a:cs typeface="Tahoma"/>
              </a:rPr>
              <a:t> </a:t>
            </a:r>
            <a:r>
              <a:rPr sz="1150" dirty="0">
                <a:solidFill>
                  <a:srgbClr val="2B404F"/>
                </a:solidFill>
                <a:latin typeface="Tahoma"/>
                <a:cs typeface="Tahoma"/>
              </a:rPr>
              <a:t>yworkers</a:t>
            </a:r>
            <a:r>
              <a:rPr sz="1150" spc="-175" dirty="0">
                <a:solidFill>
                  <a:srgbClr val="2B404F"/>
                </a:solidFill>
                <a:latin typeface="Tahoma"/>
                <a:cs typeface="Tahoma"/>
              </a:rPr>
              <a:t> </a:t>
            </a:r>
            <a:r>
              <a:rPr sz="1150" dirty="0">
                <a:solidFill>
                  <a:srgbClr val="2B404F"/>
                </a:solidFill>
                <a:latin typeface="Tahoma"/>
                <a:cs typeface="Tahoma"/>
              </a:rPr>
              <a:t>de</a:t>
            </a:r>
            <a:r>
              <a:rPr sz="1150" spc="-90" dirty="0">
                <a:solidFill>
                  <a:srgbClr val="2B404F"/>
                </a:solidFill>
                <a:latin typeface="Tahoma"/>
                <a:cs typeface="Tahoma"/>
              </a:rPr>
              <a:t> </a:t>
            </a:r>
            <a:r>
              <a:rPr sz="1150" spc="-20" dirty="0">
                <a:solidFill>
                  <a:srgbClr val="2B404F"/>
                </a:solidFill>
                <a:latin typeface="Tahoma"/>
                <a:cs typeface="Tahoma"/>
              </a:rPr>
              <a:t>Spark</a:t>
            </a:r>
            <a:endParaRPr sz="1150" dirty="0">
              <a:latin typeface="Tahoma"/>
              <a:cs typeface="Tahoma"/>
            </a:endParaRPr>
          </a:p>
          <a:p>
            <a:pPr marL="184785" marR="560705" indent="-172720">
              <a:lnSpc>
                <a:spcPct val="135700"/>
              </a:lnSpc>
              <a:spcBef>
                <a:spcPts val="250"/>
              </a:spcBef>
              <a:buFont typeface="Arial MT"/>
              <a:buChar char="•"/>
              <a:tabLst>
                <a:tab pos="184785" algn="l"/>
              </a:tabLst>
            </a:pPr>
            <a:r>
              <a:rPr lang="es-419" sz="1150" dirty="0">
                <a:solidFill>
                  <a:srgbClr val="2B404F"/>
                </a:solidFill>
                <a:latin typeface="Tahoma"/>
                <a:cs typeface="Tahoma"/>
              </a:rPr>
              <a:t>S3 </a:t>
            </a:r>
            <a:r>
              <a:rPr sz="1150" spc="45" dirty="0" err="1">
                <a:solidFill>
                  <a:srgbClr val="2B404F"/>
                </a:solidFill>
                <a:latin typeface="Tahoma"/>
                <a:cs typeface="Tahoma"/>
              </a:rPr>
              <a:t>como</a:t>
            </a:r>
            <a:r>
              <a:rPr sz="1150" spc="45" dirty="0">
                <a:solidFill>
                  <a:srgbClr val="2B404F"/>
                </a:solidFill>
                <a:latin typeface="Tahoma"/>
                <a:cs typeface="Tahoma"/>
              </a:rPr>
              <a:t> </a:t>
            </a:r>
            <a:r>
              <a:rPr sz="1150" spc="20" dirty="0">
                <a:solidFill>
                  <a:srgbClr val="2B404F"/>
                </a:solidFill>
                <a:latin typeface="Tahoma"/>
                <a:cs typeface="Tahoma"/>
              </a:rPr>
              <a:t>almacenamiento</a:t>
            </a:r>
            <a:r>
              <a:rPr sz="1150" spc="25" dirty="0">
                <a:solidFill>
                  <a:srgbClr val="2B404F"/>
                </a:solidFill>
                <a:latin typeface="Tahoma"/>
                <a:cs typeface="Tahoma"/>
              </a:rPr>
              <a:t> </a:t>
            </a:r>
            <a:r>
              <a:rPr sz="1150" spc="-10" dirty="0">
                <a:solidFill>
                  <a:srgbClr val="2B404F"/>
                </a:solidFill>
                <a:latin typeface="Tahoma"/>
                <a:cs typeface="Tahoma"/>
              </a:rPr>
              <a:t>principal</a:t>
            </a:r>
            <a:endParaRPr sz="1150" dirty="0">
              <a:latin typeface="Tahoma"/>
              <a:cs typeface="Tahoma"/>
            </a:endParaRPr>
          </a:p>
          <a:p>
            <a:pPr marL="186055" indent="-173355">
              <a:lnSpc>
                <a:spcPct val="100000"/>
              </a:lnSpc>
              <a:spcBef>
                <a:spcPts val="1060"/>
              </a:spcBef>
              <a:buFont typeface="Arial MT"/>
              <a:buChar char="•"/>
              <a:tabLst>
                <a:tab pos="186055" algn="l"/>
              </a:tabLst>
            </a:pPr>
            <a:r>
              <a:rPr sz="1150" dirty="0">
                <a:solidFill>
                  <a:srgbClr val="2B404F"/>
                </a:solidFill>
                <a:latin typeface="Tahoma"/>
                <a:cs typeface="Tahoma"/>
              </a:rPr>
              <a:t>VNet</a:t>
            </a:r>
            <a:r>
              <a:rPr sz="1150" spc="-10" dirty="0">
                <a:solidFill>
                  <a:srgbClr val="2B404F"/>
                </a:solidFill>
                <a:latin typeface="Tahoma"/>
                <a:cs typeface="Tahoma"/>
              </a:rPr>
              <a:t> privada</a:t>
            </a:r>
            <a:r>
              <a:rPr sz="1150" spc="-65" dirty="0">
                <a:solidFill>
                  <a:srgbClr val="2B404F"/>
                </a:solidFill>
                <a:latin typeface="Tahoma"/>
                <a:cs typeface="Tahoma"/>
              </a:rPr>
              <a:t> </a:t>
            </a:r>
            <a:r>
              <a:rPr sz="1150" dirty="0">
                <a:solidFill>
                  <a:srgbClr val="2B404F"/>
                </a:solidFill>
                <a:latin typeface="Tahoma"/>
                <a:cs typeface="Tahoma"/>
              </a:rPr>
              <a:t>del</a:t>
            </a:r>
            <a:r>
              <a:rPr sz="1150" spc="-30" dirty="0">
                <a:solidFill>
                  <a:srgbClr val="2B404F"/>
                </a:solidFill>
                <a:latin typeface="Tahoma"/>
                <a:cs typeface="Tahoma"/>
              </a:rPr>
              <a:t> </a:t>
            </a:r>
            <a:r>
              <a:rPr sz="1150" spc="35" dirty="0">
                <a:solidFill>
                  <a:srgbClr val="2B404F"/>
                </a:solidFill>
                <a:latin typeface="Tahoma"/>
                <a:cs typeface="Tahoma"/>
              </a:rPr>
              <a:t>cliente</a:t>
            </a:r>
            <a:endParaRPr sz="1150" dirty="0">
              <a:latin typeface="Tahoma"/>
              <a:cs typeface="Tahoma"/>
            </a:endParaRPr>
          </a:p>
          <a:p>
            <a:pPr marL="184785" marR="5080" indent="-172720">
              <a:lnSpc>
                <a:spcPct val="135700"/>
              </a:lnSpc>
              <a:spcBef>
                <a:spcPts val="250"/>
              </a:spcBef>
              <a:buFont typeface="Arial MT"/>
              <a:buChar char="•"/>
              <a:tabLst>
                <a:tab pos="184785" algn="l"/>
              </a:tabLst>
            </a:pPr>
            <a:r>
              <a:rPr sz="1150" spc="50" dirty="0">
                <a:solidFill>
                  <a:srgbClr val="2B404F"/>
                </a:solidFill>
                <a:latin typeface="Tahoma"/>
                <a:cs typeface="Tahoma"/>
              </a:rPr>
              <a:t>Procesamientoy</a:t>
            </a:r>
            <a:r>
              <a:rPr sz="1150" spc="-150" dirty="0">
                <a:solidFill>
                  <a:srgbClr val="2B404F"/>
                </a:solidFill>
                <a:latin typeface="Tahoma"/>
                <a:cs typeface="Tahoma"/>
              </a:rPr>
              <a:t> </a:t>
            </a:r>
            <a:r>
              <a:rPr sz="1150" spc="-10" dirty="0">
                <a:solidFill>
                  <a:srgbClr val="2B404F"/>
                </a:solidFill>
                <a:latin typeface="Tahoma"/>
                <a:cs typeface="Tahoma"/>
              </a:rPr>
              <a:t>almacenamiento </a:t>
            </a:r>
            <a:r>
              <a:rPr sz="1150" dirty="0">
                <a:solidFill>
                  <a:srgbClr val="2B404F"/>
                </a:solidFill>
                <a:latin typeface="Tahoma"/>
                <a:cs typeface="Tahoma"/>
              </a:rPr>
              <a:t>de</a:t>
            </a:r>
            <a:r>
              <a:rPr sz="1150" spc="5" dirty="0">
                <a:solidFill>
                  <a:srgbClr val="2B404F"/>
                </a:solidFill>
                <a:latin typeface="Tahoma"/>
                <a:cs typeface="Tahoma"/>
              </a:rPr>
              <a:t> </a:t>
            </a:r>
            <a:r>
              <a:rPr sz="1150" dirty="0">
                <a:solidFill>
                  <a:srgbClr val="2B404F"/>
                </a:solidFill>
                <a:latin typeface="Tahoma"/>
                <a:cs typeface="Tahoma"/>
              </a:rPr>
              <a:t>datos</a:t>
            </a:r>
            <a:r>
              <a:rPr sz="1150" spc="35" dirty="0">
                <a:solidFill>
                  <a:srgbClr val="2B404F"/>
                </a:solidFill>
                <a:latin typeface="Tahoma"/>
                <a:cs typeface="Tahoma"/>
              </a:rPr>
              <a:t> </a:t>
            </a:r>
            <a:r>
              <a:rPr sz="1150" spc="-10" dirty="0">
                <a:solidFill>
                  <a:srgbClr val="2B404F"/>
                </a:solidFill>
                <a:latin typeface="Tahoma"/>
                <a:cs typeface="Tahoma"/>
              </a:rPr>
              <a:t>reales</a:t>
            </a:r>
            <a:endParaRPr sz="1150" dirty="0">
              <a:latin typeface="Tahoma"/>
              <a:cs typeface="Tahoma"/>
            </a:endParaRPr>
          </a:p>
        </p:txBody>
      </p:sp>
      <p:grpSp>
        <p:nvGrpSpPr>
          <p:cNvPr id="7" name="object 7"/>
          <p:cNvGrpSpPr/>
          <p:nvPr/>
        </p:nvGrpSpPr>
        <p:grpSpPr>
          <a:xfrm>
            <a:off x="495300" y="4913884"/>
            <a:ext cx="5943600" cy="1115060"/>
            <a:chOff x="495300" y="4913884"/>
            <a:chExt cx="5943600" cy="1115060"/>
          </a:xfrm>
        </p:grpSpPr>
        <p:sp>
          <p:nvSpPr>
            <p:cNvPr id="8" name="object 8"/>
            <p:cNvSpPr/>
            <p:nvPr/>
          </p:nvSpPr>
          <p:spPr>
            <a:xfrm>
              <a:off x="495300" y="4913884"/>
              <a:ext cx="5943600" cy="1115060"/>
            </a:xfrm>
            <a:custGeom>
              <a:avLst/>
              <a:gdLst/>
              <a:ahLst/>
              <a:cxnLst/>
              <a:rect l="l" t="t" r="r" b="b"/>
              <a:pathLst>
                <a:path w="5943600" h="1115060">
                  <a:moveTo>
                    <a:pt x="5927344" y="0"/>
                  </a:moveTo>
                  <a:lnTo>
                    <a:pt x="16268" y="0"/>
                  </a:lnTo>
                  <a:lnTo>
                    <a:pt x="13881" y="508"/>
                  </a:lnTo>
                  <a:lnTo>
                    <a:pt x="0" y="16256"/>
                  </a:lnTo>
                  <a:lnTo>
                    <a:pt x="0" y="1098194"/>
                  </a:lnTo>
                  <a:lnTo>
                    <a:pt x="16268" y="1114450"/>
                  </a:lnTo>
                  <a:lnTo>
                    <a:pt x="5927344" y="1114450"/>
                  </a:lnTo>
                  <a:lnTo>
                    <a:pt x="5943600" y="1098194"/>
                  </a:lnTo>
                  <a:lnTo>
                    <a:pt x="5943600" y="16256"/>
                  </a:lnTo>
                  <a:lnTo>
                    <a:pt x="5929757" y="508"/>
                  </a:lnTo>
                  <a:lnTo>
                    <a:pt x="5927344" y="0"/>
                  </a:lnTo>
                  <a:close/>
                </a:path>
              </a:pathLst>
            </a:custGeom>
            <a:solidFill>
              <a:srgbClr val="C8DDE9"/>
            </a:solidFill>
          </p:spPr>
          <p:txBody>
            <a:bodyPr wrap="square" lIns="0" tIns="0" rIns="0" bIns="0" rtlCol="0"/>
            <a:lstStyle/>
            <a:p>
              <a:endParaRPr/>
            </a:p>
          </p:txBody>
        </p:sp>
        <p:pic>
          <p:nvPicPr>
            <p:cNvPr id="9" name="object 9"/>
            <p:cNvPicPr/>
            <p:nvPr/>
          </p:nvPicPr>
          <p:blipFill>
            <a:blip r:embed="rId2" cstate="print"/>
            <a:stretch>
              <a:fillRect/>
            </a:stretch>
          </p:blipFill>
          <p:spPr>
            <a:xfrm>
              <a:off x="675830" y="5132882"/>
              <a:ext cx="131267" cy="131267"/>
            </a:xfrm>
            <a:prstGeom prst="rect">
              <a:avLst/>
            </a:prstGeom>
          </p:spPr>
        </p:pic>
      </p:grpSp>
      <p:sp>
        <p:nvSpPr>
          <p:cNvPr id="10" name="object 10"/>
          <p:cNvSpPr txBox="1"/>
          <p:nvPr/>
        </p:nvSpPr>
        <p:spPr>
          <a:xfrm>
            <a:off x="1074521" y="4981945"/>
            <a:ext cx="5200650" cy="756920"/>
          </a:xfrm>
          <a:prstGeom prst="rect">
            <a:avLst/>
          </a:prstGeom>
        </p:spPr>
        <p:txBody>
          <a:bodyPr vert="horz" wrap="square" lIns="0" tIns="80645" rIns="0" bIns="0" rtlCol="0">
            <a:spAutoFit/>
          </a:bodyPr>
          <a:lstStyle/>
          <a:p>
            <a:pPr marL="12700">
              <a:lnSpc>
                <a:spcPct val="100000"/>
              </a:lnSpc>
              <a:spcBef>
                <a:spcPts val="635"/>
              </a:spcBef>
            </a:pPr>
            <a:r>
              <a:rPr sz="1150" b="1" spc="-25" dirty="0">
                <a:latin typeface="Trebuchet MS"/>
                <a:cs typeface="Trebuchet MS"/>
              </a:rPr>
              <a:t>Principioclavede</a:t>
            </a:r>
            <a:r>
              <a:rPr sz="1150" b="1" spc="-170" dirty="0">
                <a:latin typeface="Trebuchet MS"/>
                <a:cs typeface="Trebuchet MS"/>
              </a:rPr>
              <a:t> </a:t>
            </a:r>
            <a:r>
              <a:rPr sz="1150" b="1" spc="-35" dirty="0">
                <a:latin typeface="Trebuchet MS"/>
                <a:cs typeface="Trebuchet MS"/>
              </a:rPr>
              <a:t>seguridad:</a:t>
            </a:r>
            <a:r>
              <a:rPr sz="1150" spc="-35" dirty="0">
                <a:latin typeface="Tahoma"/>
                <a:cs typeface="Tahoma"/>
              </a:rPr>
              <a:t>El</a:t>
            </a:r>
            <a:r>
              <a:rPr sz="1150" spc="-155" dirty="0">
                <a:latin typeface="Tahoma"/>
                <a:cs typeface="Tahoma"/>
              </a:rPr>
              <a:t> </a:t>
            </a:r>
            <a:r>
              <a:rPr sz="1150" spc="70" dirty="0">
                <a:latin typeface="Tahoma"/>
                <a:cs typeface="Tahoma"/>
              </a:rPr>
              <a:t>código</a:t>
            </a:r>
            <a:r>
              <a:rPr sz="1150" spc="-35" dirty="0">
                <a:latin typeface="Tahoma"/>
                <a:cs typeface="Tahoma"/>
              </a:rPr>
              <a:t> </a:t>
            </a:r>
            <a:r>
              <a:rPr sz="1150" spc="-10" dirty="0">
                <a:latin typeface="Tahoma"/>
                <a:cs typeface="Tahoma"/>
              </a:rPr>
              <a:t>Spark</a:t>
            </a:r>
            <a:r>
              <a:rPr sz="1150" spc="-155" dirty="0">
                <a:latin typeface="Tahoma"/>
                <a:cs typeface="Tahoma"/>
              </a:rPr>
              <a:t> </a:t>
            </a:r>
            <a:r>
              <a:rPr sz="1150" spc="55" dirty="0">
                <a:latin typeface="Tahoma"/>
                <a:cs typeface="Tahoma"/>
              </a:rPr>
              <a:t>ylosdatos</a:t>
            </a:r>
            <a:r>
              <a:rPr sz="1150" spc="-90" dirty="0">
                <a:latin typeface="Tahoma"/>
                <a:cs typeface="Tahoma"/>
              </a:rPr>
              <a:t> </a:t>
            </a:r>
            <a:r>
              <a:rPr sz="1150" dirty="0">
                <a:latin typeface="Tahoma"/>
                <a:cs typeface="Tahoma"/>
              </a:rPr>
              <a:t>nunca</a:t>
            </a:r>
            <a:r>
              <a:rPr sz="1150" spc="-60" dirty="0">
                <a:latin typeface="Tahoma"/>
                <a:cs typeface="Tahoma"/>
              </a:rPr>
              <a:t> </a:t>
            </a:r>
            <a:r>
              <a:rPr sz="1150" dirty="0">
                <a:latin typeface="Tahoma"/>
                <a:cs typeface="Tahoma"/>
              </a:rPr>
              <a:t>abandonan</a:t>
            </a:r>
            <a:r>
              <a:rPr sz="1150" spc="-105" dirty="0">
                <a:latin typeface="Tahoma"/>
                <a:cs typeface="Tahoma"/>
              </a:rPr>
              <a:t> </a:t>
            </a:r>
            <a:r>
              <a:rPr sz="1150" spc="-25" dirty="0">
                <a:latin typeface="Tahoma"/>
                <a:cs typeface="Tahoma"/>
              </a:rPr>
              <a:t>la</a:t>
            </a:r>
            <a:endParaRPr sz="1150">
              <a:latin typeface="Tahoma"/>
              <a:cs typeface="Tahoma"/>
            </a:endParaRPr>
          </a:p>
          <a:p>
            <a:pPr marL="12700">
              <a:lnSpc>
                <a:spcPct val="100000"/>
              </a:lnSpc>
              <a:spcBef>
                <a:spcPts val="540"/>
              </a:spcBef>
            </a:pPr>
            <a:r>
              <a:rPr sz="1150" spc="70" dirty="0">
                <a:latin typeface="Tahoma"/>
                <a:cs typeface="Tahoma"/>
              </a:rPr>
              <a:t>suscripción</a:t>
            </a:r>
            <a:r>
              <a:rPr sz="1150" spc="-55" dirty="0">
                <a:latin typeface="Tahoma"/>
                <a:cs typeface="Tahoma"/>
              </a:rPr>
              <a:t> </a:t>
            </a:r>
            <a:r>
              <a:rPr sz="1150" spc="-10" dirty="0">
                <a:latin typeface="Tahoma"/>
                <a:cs typeface="Tahoma"/>
              </a:rPr>
              <a:t>Azure</a:t>
            </a:r>
            <a:r>
              <a:rPr sz="1150" spc="-145" dirty="0">
                <a:latin typeface="Tahoma"/>
                <a:cs typeface="Tahoma"/>
              </a:rPr>
              <a:t> </a:t>
            </a:r>
            <a:r>
              <a:rPr sz="1150" dirty="0">
                <a:latin typeface="Tahoma"/>
                <a:cs typeface="Tahoma"/>
              </a:rPr>
              <a:t>del</a:t>
            </a:r>
            <a:r>
              <a:rPr sz="1150" spc="-30" dirty="0">
                <a:latin typeface="Tahoma"/>
                <a:cs typeface="Tahoma"/>
              </a:rPr>
              <a:t> </a:t>
            </a:r>
            <a:r>
              <a:rPr sz="1150" dirty="0">
                <a:latin typeface="Tahoma"/>
                <a:cs typeface="Tahoma"/>
              </a:rPr>
              <a:t>cliente.</a:t>
            </a:r>
            <a:r>
              <a:rPr sz="1150" spc="-130" dirty="0">
                <a:latin typeface="Tahoma"/>
                <a:cs typeface="Tahoma"/>
              </a:rPr>
              <a:t> </a:t>
            </a:r>
            <a:r>
              <a:rPr sz="1150" dirty="0">
                <a:latin typeface="Tahoma"/>
                <a:cs typeface="Tahoma"/>
              </a:rPr>
              <a:t>Databricks</a:t>
            </a:r>
            <a:r>
              <a:rPr sz="1150" spc="-80" dirty="0">
                <a:latin typeface="Tahoma"/>
                <a:cs typeface="Tahoma"/>
              </a:rPr>
              <a:t> </a:t>
            </a:r>
            <a:r>
              <a:rPr sz="1150" spc="65" dirty="0">
                <a:latin typeface="Tahoma"/>
                <a:cs typeface="Tahoma"/>
              </a:rPr>
              <a:t>solo</a:t>
            </a:r>
            <a:r>
              <a:rPr sz="1150" spc="-20" dirty="0">
                <a:latin typeface="Tahoma"/>
                <a:cs typeface="Tahoma"/>
              </a:rPr>
              <a:t> gestiona</a:t>
            </a:r>
            <a:r>
              <a:rPr sz="1150" spc="-80" dirty="0">
                <a:latin typeface="Tahoma"/>
                <a:cs typeface="Tahoma"/>
              </a:rPr>
              <a:t> </a:t>
            </a:r>
            <a:r>
              <a:rPr sz="1150" dirty="0">
                <a:latin typeface="Tahoma"/>
                <a:cs typeface="Tahoma"/>
              </a:rPr>
              <a:t>la</a:t>
            </a:r>
            <a:r>
              <a:rPr sz="1150" spc="-40" dirty="0">
                <a:latin typeface="Tahoma"/>
                <a:cs typeface="Tahoma"/>
              </a:rPr>
              <a:t> </a:t>
            </a:r>
            <a:r>
              <a:rPr sz="1150" dirty="0">
                <a:latin typeface="Tahoma"/>
                <a:cs typeface="Tahoma"/>
              </a:rPr>
              <a:t>orquestación</a:t>
            </a:r>
            <a:r>
              <a:rPr sz="1150" spc="-65" dirty="0">
                <a:latin typeface="Tahoma"/>
                <a:cs typeface="Tahoma"/>
              </a:rPr>
              <a:t> </a:t>
            </a:r>
            <a:r>
              <a:rPr sz="1150" spc="60" dirty="0">
                <a:latin typeface="Tahoma"/>
                <a:cs typeface="Tahoma"/>
              </a:rPr>
              <a:t>desde</a:t>
            </a:r>
            <a:r>
              <a:rPr sz="1150" spc="25" dirty="0">
                <a:latin typeface="Tahoma"/>
                <a:cs typeface="Tahoma"/>
              </a:rPr>
              <a:t> </a:t>
            </a:r>
            <a:r>
              <a:rPr sz="1150" spc="-25" dirty="0">
                <a:latin typeface="Tahoma"/>
                <a:cs typeface="Tahoma"/>
              </a:rPr>
              <a:t>el</a:t>
            </a:r>
            <a:endParaRPr sz="1150">
              <a:latin typeface="Tahoma"/>
              <a:cs typeface="Tahoma"/>
            </a:endParaRPr>
          </a:p>
          <a:p>
            <a:pPr marL="12700">
              <a:lnSpc>
                <a:spcPct val="100000"/>
              </a:lnSpc>
              <a:spcBef>
                <a:spcPts val="540"/>
              </a:spcBef>
            </a:pPr>
            <a:r>
              <a:rPr sz="1150" spc="60" dirty="0">
                <a:latin typeface="Tahoma"/>
                <a:cs typeface="Tahoma"/>
              </a:rPr>
              <a:t>Control</a:t>
            </a:r>
            <a:r>
              <a:rPr sz="1150" spc="-30" dirty="0">
                <a:latin typeface="Tahoma"/>
                <a:cs typeface="Tahoma"/>
              </a:rPr>
              <a:t> </a:t>
            </a:r>
            <a:r>
              <a:rPr sz="1150" spc="-10" dirty="0">
                <a:latin typeface="Tahoma"/>
                <a:cs typeface="Tahoma"/>
              </a:rPr>
              <a:t>Plane.</a:t>
            </a:r>
            <a:endParaRPr sz="1150">
              <a:latin typeface="Tahoma"/>
              <a:cs typeface="Tahoma"/>
            </a:endParaRPr>
          </a:p>
        </p:txBody>
      </p:sp>
      <p:grpSp>
        <p:nvGrpSpPr>
          <p:cNvPr id="13" name="object 13"/>
          <p:cNvGrpSpPr/>
          <p:nvPr/>
        </p:nvGrpSpPr>
        <p:grpSpPr>
          <a:xfrm>
            <a:off x="8412480" y="1097407"/>
            <a:ext cx="2481580" cy="4676775"/>
            <a:chOff x="8412480" y="1097407"/>
            <a:chExt cx="2481580" cy="4676775"/>
          </a:xfrm>
        </p:grpSpPr>
        <p:sp>
          <p:nvSpPr>
            <p:cNvPr id="14" name="object 14"/>
            <p:cNvSpPr/>
            <p:nvPr/>
          </p:nvSpPr>
          <p:spPr>
            <a:xfrm>
              <a:off x="8967470" y="1103757"/>
              <a:ext cx="1828800" cy="1828800"/>
            </a:xfrm>
            <a:custGeom>
              <a:avLst/>
              <a:gdLst/>
              <a:ahLst/>
              <a:cxnLst/>
              <a:rect l="l" t="t" r="r" b="b"/>
              <a:pathLst>
                <a:path w="1828800" h="1828800">
                  <a:moveTo>
                    <a:pt x="914400" y="0"/>
                  </a:moveTo>
                  <a:lnTo>
                    <a:pt x="865842" y="1267"/>
                  </a:lnTo>
                  <a:lnTo>
                    <a:pt x="817944" y="5028"/>
                  </a:lnTo>
                  <a:lnTo>
                    <a:pt x="770768" y="11219"/>
                  </a:lnTo>
                  <a:lnTo>
                    <a:pt x="724379" y="19776"/>
                  </a:lnTo>
                  <a:lnTo>
                    <a:pt x="678839" y="30637"/>
                  </a:lnTo>
                  <a:lnTo>
                    <a:pt x="634211" y="43738"/>
                  </a:lnTo>
                  <a:lnTo>
                    <a:pt x="590559" y="59016"/>
                  </a:lnTo>
                  <a:lnTo>
                    <a:pt x="547945" y="76408"/>
                  </a:lnTo>
                  <a:lnTo>
                    <a:pt x="506434" y="95851"/>
                  </a:lnTo>
                  <a:lnTo>
                    <a:pt x="466088" y="117281"/>
                  </a:lnTo>
                  <a:lnTo>
                    <a:pt x="426971" y="140635"/>
                  </a:lnTo>
                  <a:lnTo>
                    <a:pt x="389146" y="165849"/>
                  </a:lnTo>
                  <a:lnTo>
                    <a:pt x="352675" y="192862"/>
                  </a:lnTo>
                  <a:lnTo>
                    <a:pt x="317623" y="221609"/>
                  </a:lnTo>
                  <a:lnTo>
                    <a:pt x="284053" y="252027"/>
                  </a:lnTo>
                  <a:lnTo>
                    <a:pt x="252027" y="284053"/>
                  </a:lnTo>
                  <a:lnTo>
                    <a:pt x="221609" y="317623"/>
                  </a:lnTo>
                  <a:lnTo>
                    <a:pt x="192862" y="352675"/>
                  </a:lnTo>
                  <a:lnTo>
                    <a:pt x="165849" y="389146"/>
                  </a:lnTo>
                  <a:lnTo>
                    <a:pt x="140635" y="426971"/>
                  </a:lnTo>
                  <a:lnTo>
                    <a:pt x="117281" y="466088"/>
                  </a:lnTo>
                  <a:lnTo>
                    <a:pt x="95851" y="506434"/>
                  </a:lnTo>
                  <a:lnTo>
                    <a:pt x="76408" y="547945"/>
                  </a:lnTo>
                  <a:lnTo>
                    <a:pt x="59016" y="590559"/>
                  </a:lnTo>
                  <a:lnTo>
                    <a:pt x="43738" y="634211"/>
                  </a:lnTo>
                  <a:lnTo>
                    <a:pt x="30637" y="678839"/>
                  </a:lnTo>
                  <a:lnTo>
                    <a:pt x="19776" y="724379"/>
                  </a:lnTo>
                  <a:lnTo>
                    <a:pt x="11219" y="770768"/>
                  </a:lnTo>
                  <a:lnTo>
                    <a:pt x="5028" y="817944"/>
                  </a:lnTo>
                  <a:lnTo>
                    <a:pt x="1267" y="865842"/>
                  </a:lnTo>
                  <a:lnTo>
                    <a:pt x="0" y="914400"/>
                  </a:lnTo>
                  <a:lnTo>
                    <a:pt x="1267" y="962969"/>
                  </a:lnTo>
                  <a:lnTo>
                    <a:pt x="5028" y="1010877"/>
                  </a:lnTo>
                  <a:lnTo>
                    <a:pt x="11219" y="1058061"/>
                  </a:lnTo>
                  <a:lnTo>
                    <a:pt x="19776" y="1104457"/>
                  </a:lnTo>
                  <a:lnTo>
                    <a:pt x="30637" y="1150004"/>
                  </a:lnTo>
                  <a:lnTo>
                    <a:pt x="43738" y="1194636"/>
                  </a:lnTo>
                  <a:lnTo>
                    <a:pt x="59016" y="1238292"/>
                  </a:lnTo>
                  <a:lnTo>
                    <a:pt x="76408" y="1280908"/>
                  </a:lnTo>
                  <a:lnTo>
                    <a:pt x="95851" y="1322420"/>
                  </a:lnTo>
                  <a:lnTo>
                    <a:pt x="117281" y="1362767"/>
                  </a:lnTo>
                  <a:lnTo>
                    <a:pt x="140635" y="1401884"/>
                  </a:lnTo>
                  <a:lnTo>
                    <a:pt x="165849" y="1439709"/>
                  </a:lnTo>
                  <a:lnTo>
                    <a:pt x="192862" y="1476178"/>
                  </a:lnTo>
                  <a:lnTo>
                    <a:pt x="221609" y="1511228"/>
                  </a:lnTo>
                  <a:lnTo>
                    <a:pt x="252027" y="1544796"/>
                  </a:lnTo>
                  <a:lnTo>
                    <a:pt x="284053" y="1576818"/>
                  </a:lnTo>
                  <a:lnTo>
                    <a:pt x="317623" y="1607233"/>
                  </a:lnTo>
                  <a:lnTo>
                    <a:pt x="352675" y="1635976"/>
                  </a:lnTo>
                  <a:lnTo>
                    <a:pt x="389146" y="1662985"/>
                  </a:lnTo>
                  <a:lnTo>
                    <a:pt x="426971" y="1688195"/>
                  </a:lnTo>
                  <a:lnTo>
                    <a:pt x="466088" y="1711545"/>
                  </a:lnTo>
                  <a:lnTo>
                    <a:pt x="506434" y="1732971"/>
                  </a:lnTo>
                  <a:lnTo>
                    <a:pt x="547945" y="1752410"/>
                  </a:lnTo>
                  <a:lnTo>
                    <a:pt x="590559" y="1769798"/>
                  </a:lnTo>
                  <a:lnTo>
                    <a:pt x="634211" y="1785072"/>
                  </a:lnTo>
                  <a:lnTo>
                    <a:pt x="678839" y="1798170"/>
                  </a:lnTo>
                  <a:lnTo>
                    <a:pt x="724379" y="1809028"/>
                  </a:lnTo>
                  <a:lnTo>
                    <a:pt x="770768" y="1817584"/>
                  </a:lnTo>
                  <a:lnTo>
                    <a:pt x="817944" y="1823773"/>
                  </a:lnTo>
                  <a:lnTo>
                    <a:pt x="865842" y="1827532"/>
                  </a:lnTo>
                  <a:lnTo>
                    <a:pt x="914400" y="1828800"/>
                  </a:lnTo>
                  <a:lnTo>
                    <a:pt x="962957" y="1827532"/>
                  </a:lnTo>
                  <a:lnTo>
                    <a:pt x="1010855" y="1823773"/>
                  </a:lnTo>
                  <a:lnTo>
                    <a:pt x="1058031" y="1817584"/>
                  </a:lnTo>
                  <a:lnTo>
                    <a:pt x="1104420" y="1809028"/>
                  </a:lnTo>
                  <a:lnTo>
                    <a:pt x="1149960" y="1798170"/>
                  </a:lnTo>
                  <a:lnTo>
                    <a:pt x="1194588" y="1785072"/>
                  </a:lnTo>
                  <a:lnTo>
                    <a:pt x="1238240" y="1769798"/>
                  </a:lnTo>
                  <a:lnTo>
                    <a:pt x="1280854" y="1752410"/>
                  </a:lnTo>
                  <a:lnTo>
                    <a:pt x="1322365" y="1732971"/>
                  </a:lnTo>
                  <a:lnTo>
                    <a:pt x="1362711" y="1711545"/>
                  </a:lnTo>
                  <a:lnTo>
                    <a:pt x="1401828" y="1688195"/>
                  </a:lnTo>
                  <a:lnTo>
                    <a:pt x="1439653" y="1662985"/>
                  </a:lnTo>
                  <a:lnTo>
                    <a:pt x="1476124" y="1635976"/>
                  </a:lnTo>
                  <a:lnTo>
                    <a:pt x="1511176" y="1607233"/>
                  </a:lnTo>
                  <a:lnTo>
                    <a:pt x="1544746" y="1576818"/>
                  </a:lnTo>
                  <a:lnTo>
                    <a:pt x="1576772" y="1544796"/>
                  </a:lnTo>
                  <a:lnTo>
                    <a:pt x="1607190" y="1511228"/>
                  </a:lnTo>
                  <a:lnTo>
                    <a:pt x="1635937" y="1476178"/>
                  </a:lnTo>
                  <a:lnTo>
                    <a:pt x="1662950" y="1439709"/>
                  </a:lnTo>
                  <a:lnTo>
                    <a:pt x="1688164" y="1401884"/>
                  </a:lnTo>
                  <a:lnTo>
                    <a:pt x="1711518" y="1362767"/>
                  </a:lnTo>
                  <a:lnTo>
                    <a:pt x="1732948" y="1322420"/>
                  </a:lnTo>
                  <a:lnTo>
                    <a:pt x="1752391" y="1280908"/>
                  </a:lnTo>
                  <a:lnTo>
                    <a:pt x="1769783" y="1238292"/>
                  </a:lnTo>
                  <a:lnTo>
                    <a:pt x="1785061" y="1194636"/>
                  </a:lnTo>
                  <a:lnTo>
                    <a:pt x="1798162" y="1150004"/>
                  </a:lnTo>
                  <a:lnTo>
                    <a:pt x="1809023" y="1104457"/>
                  </a:lnTo>
                  <a:lnTo>
                    <a:pt x="1817580" y="1058061"/>
                  </a:lnTo>
                  <a:lnTo>
                    <a:pt x="1823771" y="1010877"/>
                  </a:lnTo>
                  <a:lnTo>
                    <a:pt x="1827532" y="962969"/>
                  </a:lnTo>
                  <a:lnTo>
                    <a:pt x="1828800" y="914400"/>
                  </a:lnTo>
                  <a:lnTo>
                    <a:pt x="1827532" y="865842"/>
                  </a:lnTo>
                  <a:lnTo>
                    <a:pt x="1823771" y="817944"/>
                  </a:lnTo>
                  <a:lnTo>
                    <a:pt x="1817580" y="770768"/>
                  </a:lnTo>
                  <a:lnTo>
                    <a:pt x="1809023" y="724379"/>
                  </a:lnTo>
                  <a:lnTo>
                    <a:pt x="1798162" y="678839"/>
                  </a:lnTo>
                  <a:lnTo>
                    <a:pt x="1785061" y="634211"/>
                  </a:lnTo>
                  <a:lnTo>
                    <a:pt x="1769783" y="590559"/>
                  </a:lnTo>
                  <a:lnTo>
                    <a:pt x="1752391" y="547945"/>
                  </a:lnTo>
                  <a:lnTo>
                    <a:pt x="1732948" y="506434"/>
                  </a:lnTo>
                  <a:lnTo>
                    <a:pt x="1711518" y="466088"/>
                  </a:lnTo>
                  <a:lnTo>
                    <a:pt x="1688164" y="426971"/>
                  </a:lnTo>
                  <a:lnTo>
                    <a:pt x="1662950" y="389146"/>
                  </a:lnTo>
                  <a:lnTo>
                    <a:pt x="1635937" y="352675"/>
                  </a:lnTo>
                  <a:lnTo>
                    <a:pt x="1607190" y="317623"/>
                  </a:lnTo>
                  <a:lnTo>
                    <a:pt x="1576772" y="284053"/>
                  </a:lnTo>
                  <a:lnTo>
                    <a:pt x="1544746" y="252027"/>
                  </a:lnTo>
                  <a:lnTo>
                    <a:pt x="1511176" y="221609"/>
                  </a:lnTo>
                  <a:lnTo>
                    <a:pt x="1476124" y="192862"/>
                  </a:lnTo>
                  <a:lnTo>
                    <a:pt x="1439653" y="165849"/>
                  </a:lnTo>
                  <a:lnTo>
                    <a:pt x="1401828" y="140635"/>
                  </a:lnTo>
                  <a:lnTo>
                    <a:pt x="1362711" y="117281"/>
                  </a:lnTo>
                  <a:lnTo>
                    <a:pt x="1322365" y="95851"/>
                  </a:lnTo>
                  <a:lnTo>
                    <a:pt x="1280854" y="76408"/>
                  </a:lnTo>
                  <a:lnTo>
                    <a:pt x="1238240" y="59016"/>
                  </a:lnTo>
                  <a:lnTo>
                    <a:pt x="1194588" y="43738"/>
                  </a:lnTo>
                  <a:lnTo>
                    <a:pt x="1149960" y="30637"/>
                  </a:lnTo>
                  <a:lnTo>
                    <a:pt x="1104420" y="19776"/>
                  </a:lnTo>
                  <a:lnTo>
                    <a:pt x="1058031" y="11219"/>
                  </a:lnTo>
                  <a:lnTo>
                    <a:pt x="1010855" y="5028"/>
                  </a:lnTo>
                  <a:lnTo>
                    <a:pt x="962957" y="1267"/>
                  </a:lnTo>
                  <a:lnTo>
                    <a:pt x="914400" y="0"/>
                  </a:lnTo>
                  <a:close/>
                </a:path>
              </a:pathLst>
            </a:custGeom>
            <a:solidFill>
              <a:srgbClr val="1C4E80">
                <a:alpha val="79998"/>
              </a:srgbClr>
            </a:solidFill>
          </p:spPr>
          <p:txBody>
            <a:bodyPr wrap="square" lIns="0" tIns="0" rIns="0" bIns="0" rtlCol="0"/>
            <a:lstStyle/>
            <a:p>
              <a:endParaRPr/>
            </a:p>
          </p:txBody>
        </p:sp>
        <p:sp>
          <p:nvSpPr>
            <p:cNvPr id="15" name="object 15"/>
            <p:cNvSpPr/>
            <p:nvPr/>
          </p:nvSpPr>
          <p:spPr>
            <a:xfrm>
              <a:off x="8967470" y="1103757"/>
              <a:ext cx="1828800" cy="1828800"/>
            </a:xfrm>
            <a:custGeom>
              <a:avLst/>
              <a:gdLst/>
              <a:ahLst/>
              <a:cxnLst/>
              <a:rect l="l" t="t" r="r" b="b"/>
              <a:pathLst>
                <a:path w="1828800" h="1828800">
                  <a:moveTo>
                    <a:pt x="0" y="914400"/>
                  </a:moveTo>
                  <a:lnTo>
                    <a:pt x="1267" y="865842"/>
                  </a:lnTo>
                  <a:lnTo>
                    <a:pt x="5028" y="817944"/>
                  </a:lnTo>
                  <a:lnTo>
                    <a:pt x="11219" y="770768"/>
                  </a:lnTo>
                  <a:lnTo>
                    <a:pt x="19776" y="724379"/>
                  </a:lnTo>
                  <a:lnTo>
                    <a:pt x="30637" y="678839"/>
                  </a:lnTo>
                  <a:lnTo>
                    <a:pt x="43738" y="634211"/>
                  </a:lnTo>
                  <a:lnTo>
                    <a:pt x="59016" y="590559"/>
                  </a:lnTo>
                  <a:lnTo>
                    <a:pt x="76408" y="547945"/>
                  </a:lnTo>
                  <a:lnTo>
                    <a:pt x="95851" y="506434"/>
                  </a:lnTo>
                  <a:lnTo>
                    <a:pt x="117281" y="466088"/>
                  </a:lnTo>
                  <a:lnTo>
                    <a:pt x="140635" y="426971"/>
                  </a:lnTo>
                  <a:lnTo>
                    <a:pt x="165849" y="389146"/>
                  </a:lnTo>
                  <a:lnTo>
                    <a:pt x="192862" y="352675"/>
                  </a:lnTo>
                  <a:lnTo>
                    <a:pt x="221609" y="317623"/>
                  </a:lnTo>
                  <a:lnTo>
                    <a:pt x="252027" y="284053"/>
                  </a:lnTo>
                  <a:lnTo>
                    <a:pt x="284053" y="252027"/>
                  </a:lnTo>
                  <a:lnTo>
                    <a:pt x="317623" y="221609"/>
                  </a:lnTo>
                  <a:lnTo>
                    <a:pt x="352675" y="192862"/>
                  </a:lnTo>
                  <a:lnTo>
                    <a:pt x="389146" y="165849"/>
                  </a:lnTo>
                  <a:lnTo>
                    <a:pt x="426971" y="140635"/>
                  </a:lnTo>
                  <a:lnTo>
                    <a:pt x="466088" y="117281"/>
                  </a:lnTo>
                  <a:lnTo>
                    <a:pt x="506434" y="95851"/>
                  </a:lnTo>
                  <a:lnTo>
                    <a:pt x="547945" y="76408"/>
                  </a:lnTo>
                  <a:lnTo>
                    <a:pt x="590559" y="59016"/>
                  </a:lnTo>
                  <a:lnTo>
                    <a:pt x="634211" y="43738"/>
                  </a:lnTo>
                  <a:lnTo>
                    <a:pt x="678839" y="30637"/>
                  </a:lnTo>
                  <a:lnTo>
                    <a:pt x="724379" y="19776"/>
                  </a:lnTo>
                  <a:lnTo>
                    <a:pt x="770768" y="11219"/>
                  </a:lnTo>
                  <a:lnTo>
                    <a:pt x="817944" y="5028"/>
                  </a:lnTo>
                  <a:lnTo>
                    <a:pt x="865842" y="1267"/>
                  </a:lnTo>
                  <a:lnTo>
                    <a:pt x="914400" y="0"/>
                  </a:lnTo>
                  <a:lnTo>
                    <a:pt x="962957" y="1267"/>
                  </a:lnTo>
                  <a:lnTo>
                    <a:pt x="1010855" y="5028"/>
                  </a:lnTo>
                  <a:lnTo>
                    <a:pt x="1058031" y="11219"/>
                  </a:lnTo>
                  <a:lnTo>
                    <a:pt x="1104420" y="19776"/>
                  </a:lnTo>
                  <a:lnTo>
                    <a:pt x="1149960" y="30637"/>
                  </a:lnTo>
                  <a:lnTo>
                    <a:pt x="1194588" y="43738"/>
                  </a:lnTo>
                  <a:lnTo>
                    <a:pt x="1238240" y="59016"/>
                  </a:lnTo>
                  <a:lnTo>
                    <a:pt x="1280854" y="76408"/>
                  </a:lnTo>
                  <a:lnTo>
                    <a:pt x="1322365" y="95851"/>
                  </a:lnTo>
                  <a:lnTo>
                    <a:pt x="1362711" y="117281"/>
                  </a:lnTo>
                  <a:lnTo>
                    <a:pt x="1401828" y="140635"/>
                  </a:lnTo>
                  <a:lnTo>
                    <a:pt x="1439653" y="165849"/>
                  </a:lnTo>
                  <a:lnTo>
                    <a:pt x="1476124" y="192862"/>
                  </a:lnTo>
                  <a:lnTo>
                    <a:pt x="1511176" y="221609"/>
                  </a:lnTo>
                  <a:lnTo>
                    <a:pt x="1544746" y="252027"/>
                  </a:lnTo>
                  <a:lnTo>
                    <a:pt x="1576772" y="284053"/>
                  </a:lnTo>
                  <a:lnTo>
                    <a:pt x="1607190" y="317623"/>
                  </a:lnTo>
                  <a:lnTo>
                    <a:pt x="1635937" y="352675"/>
                  </a:lnTo>
                  <a:lnTo>
                    <a:pt x="1662950" y="389146"/>
                  </a:lnTo>
                  <a:lnTo>
                    <a:pt x="1688164" y="426971"/>
                  </a:lnTo>
                  <a:lnTo>
                    <a:pt x="1711518" y="466088"/>
                  </a:lnTo>
                  <a:lnTo>
                    <a:pt x="1732948" y="506434"/>
                  </a:lnTo>
                  <a:lnTo>
                    <a:pt x="1752391" y="547945"/>
                  </a:lnTo>
                  <a:lnTo>
                    <a:pt x="1769783" y="590559"/>
                  </a:lnTo>
                  <a:lnTo>
                    <a:pt x="1785061" y="634211"/>
                  </a:lnTo>
                  <a:lnTo>
                    <a:pt x="1798162" y="678839"/>
                  </a:lnTo>
                  <a:lnTo>
                    <a:pt x="1809023" y="724379"/>
                  </a:lnTo>
                  <a:lnTo>
                    <a:pt x="1817580" y="770768"/>
                  </a:lnTo>
                  <a:lnTo>
                    <a:pt x="1823771" y="817944"/>
                  </a:lnTo>
                  <a:lnTo>
                    <a:pt x="1827532" y="865842"/>
                  </a:lnTo>
                  <a:lnTo>
                    <a:pt x="1828800" y="914400"/>
                  </a:lnTo>
                  <a:lnTo>
                    <a:pt x="1827532" y="962969"/>
                  </a:lnTo>
                  <a:lnTo>
                    <a:pt x="1823771" y="1010877"/>
                  </a:lnTo>
                  <a:lnTo>
                    <a:pt x="1817580" y="1058061"/>
                  </a:lnTo>
                  <a:lnTo>
                    <a:pt x="1809023" y="1104457"/>
                  </a:lnTo>
                  <a:lnTo>
                    <a:pt x="1798162" y="1150004"/>
                  </a:lnTo>
                  <a:lnTo>
                    <a:pt x="1785061" y="1194636"/>
                  </a:lnTo>
                  <a:lnTo>
                    <a:pt x="1769783" y="1238292"/>
                  </a:lnTo>
                  <a:lnTo>
                    <a:pt x="1752391" y="1280908"/>
                  </a:lnTo>
                  <a:lnTo>
                    <a:pt x="1732948" y="1322420"/>
                  </a:lnTo>
                  <a:lnTo>
                    <a:pt x="1711518" y="1362767"/>
                  </a:lnTo>
                  <a:lnTo>
                    <a:pt x="1688164" y="1401884"/>
                  </a:lnTo>
                  <a:lnTo>
                    <a:pt x="1662950" y="1439709"/>
                  </a:lnTo>
                  <a:lnTo>
                    <a:pt x="1635937" y="1476178"/>
                  </a:lnTo>
                  <a:lnTo>
                    <a:pt x="1607190" y="1511228"/>
                  </a:lnTo>
                  <a:lnTo>
                    <a:pt x="1576772" y="1544796"/>
                  </a:lnTo>
                  <a:lnTo>
                    <a:pt x="1544746" y="1576818"/>
                  </a:lnTo>
                  <a:lnTo>
                    <a:pt x="1511176" y="1607233"/>
                  </a:lnTo>
                  <a:lnTo>
                    <a:pt x="1476124" y="1635976"/>
                  </a:lnTo>
                  <a:lnTo>
                    <a:pt x="1439653" y="1662985"/>
                  </a:lnTo>
                  <a:lnTo>
                    <a:pt x="1401828" y="1688195"/>
                  </a:lnTo>
                  <a:lnTo>
                    <a:pt x="1362711" y="1711545"/>
                  </a:lnTo>
                  <a:lnTo>
                    <a:pt x="1322365" y="1732971"/>
                  </a:lnTo>
                  <a:lnTo>
                    <a:pt x="1280854" y="1752410"/>
                  </a:lnTo>
                  <a:lnTo>
                    <a:pt x="1238240" y="1769798"/>
                  </a:lnTo>
                  <a:lnTo>
                    <a:pt x="1194588" y="1785072"/>
                  </a:lnTo>
                  <a:lnTo>
                    <a:pt x="1149960" y="1798170"/>
                  </a:lnTo>
                  <a:lnTo>
                    <a:pt x="1104420" y="1809028"/>
                  </a:lnTo>
                  <a:lnTo>
                    <a:pt x="1058031" y="1817584"/>
                  </a:lnTo>
                  <a:lnTo>
                    <a:pt x="1010855" y="1823773"/>
                  </a:lnTo>
                  <a:lnTo>
                    <a:pt x="962957" y="1827532"/>
                  </a:lnTo>
                  <a:lnTo>
                    <a:pt x="914400" y="1828800"/>
                  </a:lnTo>
                  <a:lnTo>
                    <a:pt x="865842" y="1827532"/>
                  </a:lnTo>
                  <a:lnTo>
                    <a:pt x="817944" y="1823773"/>
                  </a:lnTo>
                  <a:lnTo>
                    <a:pt x="770768" y="1817584"/>
                  </a:lnTo>
                  <a:lnTo>
                    <a:pt x="724379" y="1809028"/>
                  </a:lnTo>
                  <a:lnTo>
                    <a:pt x="678839" y="1798170"/>
                  </a:lnTo>
                  <a:lnTo>
                    <a:pt x="634211" y="1785072"/>
                  </a:lnTo>
                  <a:lnTo>
                    <a:pt x="590559" y="1769798"/>
                  </a:lnTo>
                  <a:lnTo>
                    <a:pt x="547945" y="1752410"/>
                  </a:lnTo>
                  <a:lnTo>
                    <a:pt x="506434" y="1732971"/>
                  </a:lnTo>
                  <a:lnTo>
                    <a:pt x="466088" y="1711545"/>
                  </a:lnTo>
                  <a:lnTo>
                    <a:pt x="426971" y="1688195"/>
                  </a:lnTo>
                  <a:lnTo>
                    <a:pt x="389146" y="1662985"/>
                  </a:lnTo>
                  <a:lnTo>
                    <a:pt x="352675" y="1635976"/>
                  </a:lnTo>
                  <a:lnTo>
                    <a:pt x="317623" y="1607233"/>
                  </a:lnTo>
                  <a:lnTo>
                    <a:pt x="284053" y="1576818"/>
                  </a:lnTo>
                  <a:lnTo>
                    <a:pt x="252027" y="1544796"/>
                  </a:lnTo>
                  <a:lnTo>
                    <a:pt x="221609" y="1511228"/>
                  </a:lnTo>
                  <a:lnTo>
                    <a:pt x="192862" y="1476178"/>
                  </a:lnTo>
                  <a:lnTo>
                    <a:pt x="165849" y="1439709"/>
                  </a:lnTo>
                  <a:lnTo>
                    <a:pt x="140635" y="1401884"/>
                  </a:lnTo>
                  <a:lnTo>
                    <a:pt x="117281" y="1362767"/>
                  </a:lnTo>
                  <a:lnTo>
                    <a:pt x="95851" y="1322420"/>
                  </a:lnTo>
                  <a:lnTo>
                    <a:pt x="76408" y="1280908"/>
                  </a:lnTo>
                  <a:lnTo>
                    <a:pt x="59016" y="1238292"/>
                  </a:lnTo>
                  <a:lnTo>
                    <a:pt x="43738" y="1194636"/>
                  </a:lnTo>
                  <a:lnTo>
                    <a:pt x="30637" y="1150004"/>
                  </a:lnTo>
                  <a:lnTo>
                    <a:pt x="19776" y="1104457"/>
                  </a:lnTo>
                  <a:lnTo>
                    <a:pt x="11219" y="1058061"/>
                  </a:lnTo>
                  <a:lnTo>
                    <a:pt x="5028" y="1010877"/>
                  </a:lnTo>
                  <a:lnTo>
                    <a:pt x="1267" y="962969"/>
                  </a:lnTo>
                  <a:lnTo>
                    <a:pt x="0" y="914400"/>
                  </a:lnTo>
                  <a:close/>
                </a:path>
              </a:pathLst>
            </a:custGeom>
            <a:ln w="12700">
              <a:solidFill>
                <a:srgbClr val="5BA3CF"/>
              </a:solidFill>
            </a:ln>
          </p:spPr>
          <p:txBody>
            <a:bodyPr wrap="square" lIns="0" tIns="0" rIns="0" bIns="0" rtlCol="0"/>
            <a:lstStyle/>
            <a:p>
              <a:endParaRPr/>
            </a:p>
          </p:txBody>
        </p:sp>
        <p:sp>
          <p:nvSpPr>
            <p:cNvPr id="16" name="object 16"/>
            <p:cNvSpPr/>
            <p:nvPr/>
          </p:nvSpPr>
          <p:spPr>
            <a:xfrm>
              <a:off x="9607550" y="2475357"/>
              <a:ext cx="1280160" cy="1280160"/>
            </a:xfrm>
            <a:custGeom>
              <a:avLst/>
              <a:gdLst/>
              <a:ahLst/>
              <a:cxnLst/>
              <a:rect l="l" t="t" r="r" b="b"/>
              <a:pathLst>
                <a:path w="1280159" h="1280160">
                  <a:moveTo>
                    <a:pt x="640079" y="0"/>
                  </a:moveTo>
                  <a:lnTo>
                    <a:pt x="592302" y="1756"/>
                  </a:lnTo>
                  <a:lnTo>
                    <a:pt x="545479" y="6941"/>
                  </a:lnTo>
                  <a:lnTo>
                    <a:pt x="499735" y="15432"/>
                  </a:lnTo>
                  <a:lnTo>
                    <a:pt x="455193" y="27105"/>
                  </a:lnTo>
                  <a:lnTo>
                    <a:pt x="411978" y="41836"/>
                  </a:lnTo>
                  <a:lnTo>
                    <a:pt x="370211" y="59501"/>
                  </a:lnTo>
                  <a:lnTo>
                    <a:pt x="330018" y="79976"/>
                  </a:lnTo>
                  <a:lnTo>
                    <a:pt x="291522" y="103137"/>
                  </a:lnTo>
                  <a:lnTo>
                    <a:pt x="254846" y="128860"/>
                  </a:lnTo>
                  <a:lnTo>
                    <a:pt x="220115" y="157022"/>
                  </a:lnTo>
                  <a:lnTo>
                    <a:pt x="187452" y="187499"/>
                  </a:lnTo>
                  <a:lnTo>
                    <a:pt x="156980" y="220167"/>
                  </a:lnTo>
                  <a:lnTo>
                    <a:pt x="128823" y="254901"/>
                  </a:lnTo>
                  <a:lnTo>
                    <a:pt x="103105" y="291578"/>
                  </a:lnTo>
                  <a:lnTo>
                    <a:pt x="79949" y="330075"/>
                  </a:lnTo>
                  <a:lnTo>
                    <a:pt x="59480" y="370266"/>
                  </a:lnTo>
                  <a:lnTo>
                    <a:pt x="41821" y="412029"/>
                  </a:lnTo>
                  <a:lnTo>
                    <a:pt x="27095" y="455240"/>
                  </a:lnTo>
                  <a:lnTo>
                    <a:pt x="15426" y="499774"/>
                  </a:lnTo>
                  <a:lnTo>
                    <a:pt x="6938" y="545508"/>
                  </a:lnTo>
                  <a:lnTo>
                    <a:pt x="1755" y="592318"/>
                  </a:lnTo>
                  <a:lnTo>
                    <a:pt x="0" y="640079"/>
                  </a:lnTo>
                  <a:lnTo>
                    <a:pt x="1755" y="687857"/>
                  </a:lnTo>
                  <a:lnTo>
                    <a:pt x="6938" y="734680"/>
                  </a:lnTo>
                  <a:lnTo>
                    <a:pt x="15426" y="780424"/>
                  </a:lnTo>
                  <a:lnTo>
                    <a:pt x="27095" y="824966"/>
                  </a:lnTo>
                  <a:lnTo>
                    <a:pt x="41821" y="868181"/>
                  </a:lnTo>
                  <a:lnTo>
                    <a:pt x="59480" y="909948"/>
                  </a:lnTo>
                  <a:lnTo>
                    <a:pt x="79949" y="950141"/>
                  </a:lnTo>
                  <a:lnTo>
                    <a:pt x="103105" y="988637"/>
                  </a:lnTo>
                  <a:lnTo>
                    <a:pt x="128823" y="1025313"/>
                  </a:lnTo>
                  <a:lnTo>
                    <a:pt x="156980" y="1060044"/>
                  </a:lnTo>
                  <a:lnTo>
                    <a:pt x="187452" y="1092707"/>
                  </a:lnTo>
                  <a:lnTo>
                    <a:pt x="220115" y="1123179"/>
                  </a:lnTo>
                  <a:lnTo>
                    <a:pt x="254846" y="1151336"/>
                  </a:lnTo>
                  <a:lnTo>
                    <a:pt x="291522" y="1177054"/>
                  </a:lnTo>
                  <a:lnTo>
                    <a:pt x="330018" y="1200210"/>
                  </a:lnTo>
                  <a:lnTo>
                    <a:pt x="370211" y="1220679"/>
                  </a:lnTo>
                  <a:lnTo>
                    <a:pt x="411978" y="1238338"/>
                  </a:lnTo>
                  <a:lnTo>
                    <a:pt x="455193" y="1253064"/>
                  </a:lnTo>
                  <a:lnTo>
                    <a:pt x="499735" y="1264733"/>
                  </a:lnTo>
                  <a:lnTo>
                    <a:pt x="545479" y="1273221"/>
                  </a:lnTo>
                  <a:lnTo>
                    <a:pt x="592302" y="1278404"/>
                  </a:lnTo>
                  <a:lnTo>
                    <a:pt x="640079" y="1280159"/>
                  </a:lnTo>
                  <a:lnTo>
                    <a:pt x="687857" y="1278404"/>
                  </a:lnTo>
                  <a:lnTo>
                    <a:pt x="734680" y="1273221"/>
                  </a:lnTo>
                  <a:lnTo>
                    <a:pt x="780424" y="1264733"/>
                  </a:lnTo>
                  <a:lnTo>
                    <a:pt x="824966" y="1253064"/>
                  </a:lnTo>
                  <a:lnTo>
                    <a:pt x="868181" y="1238338"/>
                  </a:lnTo>
                  <a:lnTo>
                    <a:pt x="909948" y="1220679"/>
                  </a:lnTo>
                  <a:lnTo>
                    <a:pt x="950141" y="1200210"/>
                  </a:lnTo>
                  <a:lnTo>
                    <a:pt x="988637" y="1177054"/>
                  </a:lnTo>
                  <a:lnTo>
                    <a:pt x="1025313" y="1151336"/>
                  </a:lnTo>
                  <a:lnTo>
                    <a:pt x="1060044" y="1123179"/>
                  </a:lnTo>
                  <a:lnTo>
                    <a:pt x="1092707" y="1092708"/>
                  </a:lnTo>
                  <a:lnTo>
                    <a:pt x="1123179" y="1060044"/>
                  </a:lnTo>
                  <a:lnTo>
                    <a:pt x="1151336" y="1025313"/>
                  </a:lnTo>
                  <a:lnTo>
                    <a:pt x="1177054" y="988637"/>
                  </a:lnTo>
                  <a:lnTo>
                    <a:pt x="1200210" y="950141"/>
                  </a:lnTo>
                  <a:lnTo>
                    <a:pt x="1220679" y="909948"/>
                  </a:lnTo>
                  <a:lnTo>
                    <a:pt x="1238338" y="868181"/>
                  </a:lnTo>
                  <a:lnTo>
                    <a:pt x="1253064" y="824966"/>
                  </a:lnTo>
                  <a:lnTo>
                    <a:pt x="1264733" y="780424"/>
                  </a:lnTo>
                  <a:lnTo>
                    <a:pt x="1273221" y="734680"/>
                  </a:lnTo>
                  <a:lnTo>
                    <a:pt x="1278404" y="687857"/>
                  </a:lnTo>
                  <a:lnTo>
                    <a:pt x="1280159" y="640079"/>
                  </a:lnTo>
                  <a:lnTo>
                    <a:pt x="1278404" y="592318"/>
                  </a:lnTo>
                  <a:lnTo>
                    <a:pt x="1273221" y="545508"/>
                  </a:lnTo>
                  <a:lnTo>
                    <a:pt x="1264733" y="499774"/>
                  </a:lnTo>
                  <a:lnTo>
                    <a:pt x="1253064" y="455240"/>
                  </a:lnTo>
                  <a:lnTo>
                    <a:pt x="1238338" y="412029"/>
                  </a:lnTo>
                  <a:lnTo>
                    <a:pt x="1220679" y="370266"/>
                  </a:lnTo>
                  <a:lnTo>
                    <a:pt x="1200210" y="330075"/>
                  </a:lnTo>
                  <a:lnTo>
                    <a:pt x="1177054" y="291578"/>
                  </a:lnTo>
                  <a:lnTo>
                    <a:pt x="1151336" y="254901"/>
                  </a:lnTo>
                  <a:lnTo>
                    <a:pt x="1123179" y="220167"/>
                  </a:lnTo>
                  <a:lnTo>
                    <a:pt x="1092707" y="187499"/>
                  </a:lnTo>
                  <a:lnTo>
                    <a:pt x="1060044" y="157022"/>
                  </a:lnTo>
                  <a:lnTo>
                    <a:pt x="1025313" y="128860"/>
                  </a:lnTo>
                  <a:lnTo>
                    <a:pt x="988637" y="103137"/>
                  </a:lnTo>
                  <a:lnTo>
                    <a:pt x="950141" y="79976"/>
                  </a:lnTo>
                  <a:lnTo>
                    <a:pt x="909948" y="59501"/>
                  </a:lnTo>
                  <a:lnTo>
                    <a:pt x="868181" y="41836"/>
                  </a:lnTo>
                  <a:lnTo>
                    <a:pt x="824966" y="27105"/>
                  </a:lnTo>
                  <a:lnTo>
                    <a:pt x="780424" y="15432"/>
                  </a:lnTo>
                  <a:lnTo>
                    <a:pt x="734680" y="6941"/>
                  </a:lnTo>
                  <a:lnTo>
                    <a:pt x="687857" y="1756"/>
                  </a:lnTo>
                  <a:lnTo>
                    <a:pt x="640079" y="0"/>
                  </a:lnTo>
                  <a:close/>
                </a:path>
              </a:pathLst>
            </a:custGeom>
            <a:solidFill>
              <a:srgbClr val="2C6A9F">
                <a:alpha val="70195"/>
              </a:srgbClr>
            </a:solidFill>
          </p:spPr>
          <p:txBody>
            <a:bodyPr wrap="square" lIns="0" tIns="0" rIns="0" bIns="0" rtlCol="0"/>
            <a:lstStyle/>
            <a:p>
              <a:endParaRPr/>
            </a:p>
          </p:txBody>
        </p:sp>
        <p:sp>
          <p:nvSpPr>
            <p:cNvPr id="17" name="object 17"/>
            <p:cNvSpPr/>
            <p:nvPr/>
          </p:nvSpPr>
          <p:spPr>
            <a:xfrm>
              <a:off x="9607550" y="2475357"/>
              <a:ext cx="1280160" cy="1280160"/>
            </a:xfrm>
            <a:custGeom>
              <a:avLst/>
              <a:gdLst/>
              <a:ahLst/>
              <a:cxnLst/>
              <a:rect l="l" t="t" r="r" b="b"/>
              <a:pathLst>
                <a:path w="1280159" h="1280160">
                  <a:moveTo>
                    <a:pt x="0" y="640079"/>
                  </a:moveTo>
                  <a:lnTo>
                    <a:pt x="1755" y="592318"/>
                  </a:lnTo>
                  <a:lnTo>
                    <a:pt x="6938" y="545508"/>
                  </a:lnTo>
                  <a:lnTo>
                    <a:pt x="15426" y="499774"/>
                  </a:lnTo>
                  <a:lnTo>
                    <a:pt x="27095" y="455240"/>
                  </a:lnTo>
                  <a:lnTo>
                    <a:pt x="41821" y="412029"/>
                  </a:lnTo>
                  <a:lnTo>
                    <a:pt x="59480" y="370266"/>
                  </a:lnTo>
                  <a:lnTo>
                    <a:pt x="79949" y="330075"/>
                  </a:lnTo>
                  <a:lnTo>
                    <a:pt x="103105" y="291578"/>
                  </a:lnTo>
                  <a:lnTo>
                    <a:pt x="128823" y="254901"/>
                  </a:lnTo>
                  <a:lnTo>
                    <a:pt x="156980" y="220167"/>
                  </a:lnTo>
                  <a:lnTo>
                    <a:pt x="187452" y="187499"/>
                  </a:lnTo>
                  <a:lnTo>
                    <a:pt x="220115" y="157022"/>
                  </a:lnTo>
                  <a:lnTo>
                    <a:pt x="254846" y="128860"/>
                  </a:lnTo>
                  <a:lnTo>
                    <a:pt x="291522" y="103137"/>
                  </a:lnTo>
                  <a:lnTo>
                    <a:pt x="330018" y="79976"/>
                  </a:lnTo>
                  <a:lnTo>
                    <a:pt x="370211" y="59501"/>
                  </a:lnTo>
                  <a:lnTo>
                    <a:pt x="411978" y="41836"/>
                  </a:lnTo>
                  <a:lnTo>
                    <a:pt x="455193" y="27105"/>
                  </a:lnTo>
                  <a:lnTo>
                    <a:pt x="499735" y="15432"/>
                  </a:lnTo>
                  <a:lnTo>
                    <a:pt x="545479" y="6941"/>
                  </a:lnTo>
                  <a:lnTo>
                    <a:pt x="592302" y="1756"/>
                  </a:lnTo>
                  <a:lnTo>
                    <a:pt x="640079" y="0"/>
                  </a:lnTo>
                  <a:lnTo>
                    <a:pt x="687857" y="1756"/>
                  </a:lnTo>
                  <a:lnTo>
                    <a:pt x="734680" y="6941"/>
                  </a:lnTo>
                  <a:lnTo>
                    <a:pt x="780424" y="15432"/>
                  </a:lnTo>
                  <a:lnTo>
                    <a:pt x="824966" y="27105"/>
                  </a:lnTo>
                  <a:lnTo>
                    <a:pt x="868181" y="41836"/>
                  </a:lnTo>
                  <a:lnTo>
                    <a:pt x="909948" y="59501"/>
                  </a:lnTo>
                  <a:lnTo>
                    <a:pt x="950141" y="79976"/>
                  </a:lnTo>
                  <a:lnTo>
                    <a:pt x="988637" y="103137"/>
                  </a:lnTo>
                  <a:lnTo>
                    <a:pt x="1025313" y="128860"/>
                  </a:lnTo>
                  <a:lnTo>
                    <a:pt x="1060044" y="157022"/>
                  </a:lnTo>
                  <a:lnTo>
                    <a:pt x="1092707" y="187499"/>
                  </a:lnTo>
                  <a:lnTo>
                    <a:pt x="1123179" y="220167"/>
                  </a:lnTo>
                  <a:lnTo>
                    <a:pt x="1151336" y="254901"/>
                  </a:lnTo>
                  <a:lnTo>
                    <a:pt x="1177054" y="291578"/>
                  </a:lnTo>
                  <a:lnTo>
                    <a:pt x="1200210" y="330075"/>
                  </a:lnTo>
                  <a:lnTo>
                    <a:pt x="1220679" y="370266"/>
                  </a:lnTo>
                  <a:lnTo>
                    <a:pt x="1238338" y="412029"/>
                  </a:lnTo>
                  <a:lnTo>
                    <a:pt x="1253064" y="455240"/>
                  </a:lnTo>
                  <a:lnTo>
                    <a:pt x="1264733" y="499774"/>
                  </a:lnTo>
                  <a:lnTo>
                    <a:pt x="1273221" y="545508"/>
                  </a:lnTo>
                  <a:lnTo>
                    <a:pt x="1278404" y="592318"/>
                  </a:lnTo>
                  <a:lnTo>
                    <a:pt x="1280159" y="640079"/>
                  </a:lnTo>
                  <a:lnTo>
                    <a:pt x="1278404" y="687857"/>
                  </a:lnTo>
                  <a:lnTo>
                    <a:pt x="1273221" y="734680"/>
                  </a:lnTo>
                  <a:lnTo>
                    <a:pt x="1264733" y="780424"/>
                  </a:lnTo>
                  <a:lnTo>
                    <a:pt x="1253064" y="824966"/>
                  </a:lnTo>
                  <a:lnTo>
                    <a:pt x="1238338" y="868181"/>
                  </a:lnTo>
                  <a:lnTo>
                    <a:pt x="1220679" y="909948"/>
                  </a:lnTo>
                  <a:lnTo>
                    <a:pt x="1200210" y="950141"/>
                  </a:lnTo>
                  <a:lnTo>
                    <a:pt x="1177054" y="988637"/>
                  </a:lnTo>
                  <a:lnTo>
                    <a:pt x="1151336" y="1025313"/>
                  </a:lnTo>
                  <a:lnTo>
                    <a:pt x="1123179" y="1060044"/>
                  </a:lnTo>
                  <a:lnTo>
                    <a:pt x="1092707" y="1092708"/>
                  </a:lnTo>
                  <a:lnTo>
                    <a:pt x="1060044" y="1123179"/>
                  </a:lnTo>
                  <a:lnTo>
                    <a:pt x="1025313" y="1151336"/>
                  </a:lnTo>
                  <a:lnTo>
                    <a:pt x="988637" y="1177054"/>
                  </a:lnTo>
                  <a:lnTo>
                    <a:pt x="950141" y="1200210"/>
                  </a:lnTo>
                  <a:lnTo>
                    <a:pt x="909948" y="1220679"/>
                  </a:lnTo>
                  <a:lnTo>
                    <a:pt x="868181" y="1238338"/>
                  </a:lnTo>
                  <a:lnTo>
                    <a:pt x="824966" y="1253064"/>
                  </a:lnTo>
                  <a:lnTo>
                    <a:pt x="780424" y="1264733"/>
                  </a:lnTo>
                  <a:lnTo>
                    <a:pt x="734680" y="1273221"/>
                  </a:lnTo>
                  <a:lnTo>
                    <a:pt x="687857" y="1278404"/>
                  </a:lnTo>
                  <a:lnTo>
                    <a:pt x="640079" y="1280159"/>
                  </a:lnTo>
                  <a:lnTo>
                    <a:pt x="592302" y="1278404"/>
                  </a:lnTo>
                  <a:lnTo>
                    <a:pt x="545479" y="1273221"/>
                  </a:lnTo>
                  <a:lnTo>
                    <a:pt x="499735" y="1264733"/>
                  </a:lnTo>
                  <a:lnTo>
                    <a:pt x="455193" y="1253064"/>
                  </a:lnTo>
                  <a:lnTo>
                    <a:pt x="411978" y="1238338"/>
                  </a:lnTo>
                  <a:lnTo>
                    <a:pt x="370211" y="1220679"/>
                  </a:lnTo>
                  <a:lnTo>
                    <a:pt x="330018" y="1200210"/>
                  </a:lnTo>
                  <a:lnTo>
                    <a:pt x="291522" y="1177054"/>
                  </a:lnTo>
                  <a:lnTo>
                    <a:pt x="254846" y="1151336"/>
                  </a:lnTo>
                  <a:lnTo>
                    <a:pt x="220115" y="1123179"/>
                  </a:lnTo>
                  <a:lnTo>
                    <a:pt x="187452" y="1092707"/>
                  </a:lnTo>
                  <a:lnTo>
                    <a:pt x="156980" y="1060044"/>
                  </a:lnTo>
                  <a:lnTo>
                    <a:pt x="128823" y="1025313"/>
                  </a:lnTo>
                  <a:lnTo>
                    <a:pt x="103105" y="988637"/>
                  </a:lnTo>
                  <a:lnTo>
                    <a:pt x="79949" y="950141"/>
                  </a:lnTo>
                  <a:lnTo>
                    <a:pt x="59480" y="909948"/>
                  </a:lnTo>
                  <a:lnTo>
                    <a:pt x="41821" y="868181"/>
                  </a:lnTo>
                  <a:lnTo>
                    <a:pt x="27095" y="824966"/>
                  </a:lnTo>
                  <a:lnTo>
                    <a:pt x="15426" y="780424"/>
                  </a:lnTo>
                  <a:lnTo>
                    <a:pt x="6938" y="734680"/>
                  </a:lnTo>
                  <a:lnTo>
                    <a:pt x="1755" y="687857"/>
                  </a:lnTo>
                  <a:lnTo>
                    <a:pt x="0" y="640079"/>
                  </a:lnTo>
                  <a:close/>
                </a:path>
              </a:pathLst>
            </a:custGeom>
            <a:ln w="12700">
              <a:solidFill>
                <a:srgbClr val="5BA3CF"/>
              </a:solidFill>
            </a:ln>
          </p:spPr>
          <p:txBody>
            <a:bodyPr wrap="square" lIns="0" tIns="0" rIns="0" bIns="0" rtlCol="0"/>
            <a:lstStyle/>
            <a:p>
              <a:endParaRPr/>
            </a:p>
          </p:txBody>
        </p:sp>
        <p:sp>
          <p:nvSpPr>
            <p:cNvPr id="18" name="object 18"/>
            <p:cNvSpPr/>
            <p:nvPr/>
          </p:nvSpPr>
          <p:spPr>
            <a:xfrm>
              <a:off x="8418830" y="3115436"/>
              <a:ext cx="914400" cy="914400"/>
            </a:xfrm>
            <a:custGeom>
              <a:avLst/>
              <a:gdLst/>
              <a:ahLst/>
              <a:cxnLst/>
              <a:rect l="l" t="t" r="r" b="b"/>
              <a:pathLst>
                <a:path w="914400" h="91440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5BA3CF">
                <a:alpha val="59999"/>
              </a:srgbClr>
            </a:solidFill>
          </p:spPr>
          <p:txBody>
            <a:bodyPr wrap="square" lIns="0" tIns="0" rIns="0" bIns="0" rtlCol="0"/>
            <a:lstStyle/>
            <a:p>
              <a:endParaRPr/>
            </a:p>
          </p:txBody>
        </p:sp>
        <p:sp>
          <p:nvSpPr>
            <p:cNvPr id="19" name="object 19"/>
            <p:cNvSpPr/>
            <p:nvPr/>
          </p:nvSpPr>
          <p:spPr>
            <a:xfrm>
              <a:off x="8418830" y="3115436"/>
              <a:ext cx="914400" cy="914400"/>
            </a:xfrm>
            <a:custGeom>
              <a:avLst/>
              <a:gdLst/>
              <a:ahLst/>
              <a:cxnLst/>
              <a:rect l="l" t="t" r="r" b="b"/>
              <a:pathLst>
                <a:path w="914400" h="914400">
                  <a:moveTo>
                    <a:pt x="0" y="457200"/>
                  </a:moveTo>
                  <a:lnTo>
                    <a:pt x="2360" y="410458"/>
                  </a:lnTo>
                  <a:lnTo>
                    <a:pt x="9289" y="365066"/>
                  </a:lnTo>
                  <a:lnTo>
                    <a:pt x="20557" y="321253"/>
                  </a:lnTo>
                  <a:lnTo>
                    <a:pt x="35933" y="279249"/>
                  </a:lnTo>
                  <a:lnTo>
                    <a:pt x="55187" y="239283"/>
                  </a:lnTo>
                  <a:lnTo>
                    <a:pt x="78090" y="201587"/>
                  </a:lnTo>
                  <a:lnTo>
                    <a:pt x="104411" y="166390"/>
                  </a:lnTo>
                  <a:lnTo>
                    <a:pt x="133921" y="133921"/>
                  </a:lnTo>
                  <a:lnTo>
                    <a:pt x="166390" y="104411"/>
                  </a:lnTo>
                  <a:lnTo>
                    <a:pt x="201587" y="78090"/>
                  </a:lnTo>
                  <a:lnTo>
                    <a:pt x="239283" y="55187"/>
                  </a:lnTo>
                  <a:lnTo>
                    <a:pt x="279249" y="35933"/>
                  </a:lnTo>
                  <a:lnTo>
                    <a:pt x="321253" y="20557"/>
                  </a:lnTo>
                  <a:lnTo>
                    <a:pt x="365066" y="9289"/>
                  </a:lnTo>
                  <a:lnTo>
                    <a:pt x="410458" y="2360"/>
                  </a:lnTo>
                  <a:lnTo>
                    <a:pt x="457200" y="0"/>
                  </a:lnTo>
                  <a:lnTo>
                    <a:pt x="503941" y="2360"/>
                  </a:lnTo>
                  <a:lnTo>
                    <a:pt x="549333" y="9289"/>
                  </a:lnTo>
                  <a:lnTo>
                    <a:pt x="593146" y="20557"/>
                  </a:lnTo>
                  <a:lnTo>
                    <a:pt x="635150" y="35933"/>
                  </a:lnTo>
                  <a:lnTo>
                    <a:pt x="675116" y="55187"/>
                  </a:lnTo>
                  <a:lnTo>
                    <a:pt x="712812" y="78090"/>
                  </a:lnTo>
                  <a:lnTo>
                    <a:pt x="748009" y="104411"/>
                  </a:lnTo>
                  <a:lnTo>
                    <a:pt x="780478" y="133921"/>
                  </a:lnTo>
                  <a:lnTo>
                    <a:pt x="809988" y="166390"/>
                  </a:lnTo>
                  <a:lnTo>
                    <a:pt x="836309" y="201587"/>
                  </a:lnTo>
                  <a:lnTo>
                    <a:pt x="859212" y="239283"/>
                  </a:lnTo>
                  <a:lnTo>
                    <a:pt x="878466" y="279249"/>
                  </a:lnTo>
                  <a:lnTo>
                    <a:pt x="893842" y="321253"/>
                  </a:lnTo>
                  <a:lnTo>
                    <a:pt x="905110" y="365066"/>
                  </a:lnTo>
                  <a:lnTo>
                    <a:pt x="912039" y="410458"/>
                  </a:lnTo>
                  <a:lnTo>
                    <a:pt x="914400" y="457200"/>
                  </a:lnTo>
                  <a:lnTo>
                    <a:pt x="912039" y="503941"/>
                  </a:lnTo>
                  <a:lnTo>
                    <a:pt x="905110" y="549333"/>
                  </a:lnTo>
                  <a:lnTo>
                    <a:pt x="893842" y="593146"/>
                  </a:lnTo>
                  <a:lnTo>
                    <a:pt x="878466" y="635150"/>
                  </a:lnTo>
                  <a:lnTo>
                    <a:pt x="859212" y="675116"/>
                  </a:lnTo>
                  <a:lnTo>
                    <a:pt x="836309" y="712812"/>
                  </a:lnTo>
                  <a:lnTo>
                    <a:pt x="809988" y="748009"/>
                  </a:lnTo>
                  <a:lnTo>
                    <a:pt x="780478" y="780478"/>
                  </a:lnTo>
                  <a:lnTo>
                    <a:pt x="748009" y="809988"/>
                  </a:lnTo>
                  <a:lnTo>
                    <a:pt x="712812" y="836309"/>
                  </a:lnTo>
                  <a:lnTo>
                    <a:pt x="675116" y="859212"/>
                  </a:lnTo>
                  <a:lnTo>
                    <a:pt x="635150" y="878466"/>
                  </a:lnTo>
                  <a:lnTo>
                    <a:pt x="593146" y="893842"/>
                  </a:lnTo>
                  <a:lnTo>
                    <a:pt x="549333" y="905110"/>
                  </a:lnTo>
                  <a:lnTo>
                    <a:pt x="503941" y="912039"/>
                  </a:lnTo>
                  <a:lnTo>
                    <a:pt x="457200" y="914400"/>
                  </a:lnTo>
                  <a:lnTo>
                    <a:pt x="410458" y="912039"/>
                  </a:lnTo>
                  <a:lnTo>
                    <a:pt x="365066" y="905110"/>
                  </a:lnTo>
                  <a:lnTo>
                    <a:pt x="321253" y="893842"/>
                  </a:lnTo>
                  <a:lnTo>
                    <a:pt x="279249" y="878466"/>
                  </a:lnTo>
                  <a:lnTo>
                    <a:pt x="239283" y="859212"/>
                  </a:lnTo>
                  <a:lnTo>
                    <a:pt x="201587" y="836309"/>
                  </a:lnTo>
                  <a:lnTo>
                    <a:pt x="166390" y="809988"/>
                  </a:lnTo>
                  <a:lnTo>
                    <a:pt x="133921" y="780478"/>
                  </a:lnTo>
                  <a:lnTo>
                    <a:pt x="104411" y="748009"/>
                  </a:lnTo>
                  <a:lnTo>
                    <a:pt x="78090" y="712812"/>
                  </a:lnTo>
                  <a:lnTo>
                    <a:pt x="55187" y="675116"/>
                  </a:lnTo>
                  <a:lnTo>
                    <a:pt x="35933" y="635150"/>
                  </a:lnTo>
                  <a:lnTo>
                    <a:pt x="20557" y="593146"/>
                  </a:lnTo>
                  <a:lnTo>
                    <a:pt x="9289" y="549333"/>
                  </a:lnTo>
                  <a:lnTo>
                    <a:pt x="2360" y="503941"/>
                  </a:lnTo>
                  <a:lnTo>
                    <a:pt x="0" y="457200"/>
                  </a:lnTo>
                  <a:close/>
                </a:path>
              </a:pathLst>
            </a:custGeom>
            <a:ln w="12700">
              <a:solidFill>
                <a:srgbClr val="5BA3CF"/>
              </a:solidFill>
            </a:ln>
          </p:spPr>
          <p:txBody>
            <a:bodyPr wrap="square" lIns="0" tIns="0" rIns="0" bIns="0" rtlCol="0"/>
            <a:lstStyle/>
            <a:p>
              <a:endParaRPr/>
            </a:p>
          </p:txBody>
        </p:sp>
        <p:sp>
          <p:nvSpPr>
            <p:cNvPr id="20" name="object 20"/>
            <p:cNvSpPr/>
            <p:nvPr/>
          </p:nvSpPr>
          <p:spPr>
            <a:xfrm>
              <a:off x="9150350" y="4121277"/>
              <a:ext cx="1645920" cy="1646555"/>
            </a:xfrm>
            <a:custGeom>
              <a:avLst/>
              <a:gdLst/>
              <a:ahLst/>
              <a:cxnLst/>
              <a:rect l="l" t="t" r="r" b="b"/>
              <a:pathLst>
                <a:path w="1645920" h="1646554">
                  <a:moveTo>
                    <a:pt x="822959" y="0"/>
                  </a:moveTo>
                  <a:lnTo>
                    <a:pt x="774602" y="1396"/>
                  </a:lnTo>
                  <a:lnTo>
                    <a:pt x="726980" y="5536"/>
                  </a:lnTo>
                  <a:lnTo>
                    <a:pt x="680172" y="12340"/>
                  </a:lnTo>
                  <a:lnTo>
                    <a:pt x="634255" y="21733"/>
                  </a:lnTo>
                  <a:lnTo>
                    <a:pt x="589304" y="33637"/>
                  </a:lnTo>
                  <a:lnTo>
                    <a:pt x="545399" y="47974"/>
                  </a:lnTo>
                  <a:lnTo>
                    <a:pt x="502616" y="64668"/>
                  </a:lnTo>
                  <a:lnTo>
                    <a:pt x="461032" y="83642"/>
                  </a:lnTo>
                  <a:lnTo>
                    <a:pt x="420724" y="104818"/>
                  </a:lnTo>
                  <a:lnTo>
                    <a:pt x="381769" y="128118"/>
                  </a:lnTo>
                  <a:lnTo>
                    <a:pt x="344246" y="153467"/>
                  </a:lnTo>
                  <a:lnTo>
                    <a:pt x="308230" y="180787"/>
                  </a:lnTo>
                  <a:lnTo>
                    <a:pt x="273799" y="210000"/>
                  </a:lnTo>
                  <a:lnTo>
                    <a:pt x="241030" y="241030"/>
                  </a:lnTo>
                  <a:lnTo>
                    <a:pt x="210000" y="273799"/>
                  </a:lnTo>
                  <a:lnTo>
                    <a:pt x="180787" y="308230"/>
                  </a:lnTo>
                  <a:lnTo>
                    <a:pt x="153467" y="344246"/>
                  </a:lnTo>
                  <a:lnTo>
                    <a:pt x="128118" y="381769"/>
                  </a:lnTo>
                  <a:lnTo>
                    <a:pt x="104818" y="420724"/>
                  </a:lnTo>
                  <a:lnTo>
                    <a:pt x="83642" y="461032"/>
                  </a:lnTo>
                  <a:lnTo>
                    <a:pt x="64668" y="502616"/>
                  </a:lnTo>
                  <a:lnTo>
                    <a:pt x="47974" y="545399"/>
                  </a:lnTo>
                  <a:lnTo>
                    <a:pt x="33637" y="589304"/>
                  </a:lnTo>
                  <a:lnTo>
                    <a:pt x="21733" y="634255"/>
                  </a:lnTo>
                  <a:lnTo>
                    <a:pt x="12340" y="680172"/>
                  </a:lnTo>
                  <a:lnTo>
                    <a:pt x="5536" y="726980"/>
                  </a:lnTo>
                  <a:lnTo>
                    <a:pt x="1396" y="774602"/>
                  </a:lnTo>
                  <a:lnTo>
                    <a:pt x="0" y="822960"/>
                  </a:lnTo>
                  <a:lnTo>
                    <a:pt x="1396" y="871317"/>
                  </a:lnTo>
                  <a:lnTo>
                    <a:pt x="5536" y="918939"/>
                  </a:lnTo>
                  <a:lnTo>
                    <a:pt x="12340" y="965748"/>
                  </a:lnTo>
                  <a:lnTo>
                    <a:pt x="21733" y="1011666"/>
                  </a:lnTo>
                  <a:lnTo>
                    <a:pt x="33637" y="1056617"/>
                  </a:lnTo>
                  <a:lnTo>
                    <a:pt x="47974" y="1100523"/>
                  </a:lnTo>
                  <a:lnTo>
                    <a:pt x="64668" y="1143307"/>
                  </a:lnTo>
                  <a:lnTo>
                    <a:pt x="83642" y="1184892"/>
                  </a:lnTo>
                  <a:lnTo>
                    <a:pt x="104818" y="1225201"/>
                  </a:lnTo>
                  <a:lnTo>
                    <a:pt x="128118" y="1264157"/>
                  </a:lnTo>
                  <a:lnTo>
                    <a:pt x="153467" y="1301682"/>
                  </a:lnTo>
                  <a:lnTo>
                    <a:pt x="180787" y="1337699"/>
                  </a:lnTo>
                  <a:lnTo>
                    <a:pt x="210000" y="1372132"/>
                  </a:lnTo>
                  <a:lnTo>
                    <a:pt x="241030" y="1404902"/>
                  </a:lnTo>
                  <a:lnTo>
                    <a:pt x="273799" y="1435933"/>
                  </a:lnTo>
                  <a:lnTo>
                    <a:pt x="308230" y="1465148"/>
                  </a:lnTo>
                  <a:lnTo>
                    <a:pt x="344246" y="1492469"/>
                  </a:lnTo>
                  <a:lnTo>
                    <a:pt x="381769" y="1517819"/>
                  </a:lnTo>
                  <a:lnTo>
                    <a:pt x="420724" y="1541121"/>
                  </a:lnTo>
                  <a:lnTo>
                    <a:pt x="461032" y="1562298"/>
                  </a:lnTo>
                  <a:lnTo>
                    <a:pt x="502616" y="1581272"/>
                  </a:lnTo>
                  <a:lnTo>
                    <a:pt x="545399" y="1597967"/>
                  </a:lnTo>
                  <a:lnTo>
                    <a:pt x="589304" y="1612305"/>
                  </a:lnTo>
                  <a:lnTo>
                    <a:pt x="634255" y="1624210"/>
                  </a:lnTo>
                  <a:lnTo>
                    <a:pt x="680172" y="1633603"/>
                  </a:lnTo>
                  <a:lnTo>
                    <a:pt x="726980" y="1640408"/>
                  </a:lnTo>
                  <a:lnTo>
                    <a:pt x="774602" y="1644548"/>
                  </a:lnTo>
                  <a:lnTo>
                    <a:pt x="822959" y="1645945"/>
                  </a:lnTo>
                  <a:lnTo>
                    <a:pt x="871317" y="1644548"/>
                  </a:lnTo>
                  <a:lnTo>
                    <a:pt x="918939" y="1640408"/>
                  </a:lnTo>
                  <a:lnTo>
                    <a:pt x="965747" y="1633603"/>
                  </a:lnTo>
                  <a:lnTo>
                    <a:pt x="1011664" y="1624210"/>
                  </a:lnTo>
                  <a:lnTo>
                    <a:pt x="1056615" y="1612305"/>
                  </a:lnTo>
                  <a:lnTo>
                    <a:pt x="1100520" y="1597967"/>
                  </a:lnTo>
                  <a:lnTo>
                    <a:pt x="1143303" y="1581272"/>
                  </a:lnTo>
                  <a:lnTo>
                    <a:pt x="1184887" y="1562298"/>
                  </a:lnTo>
                  <a:lnTo>
                    <a:pt x="1225195" y="1541121"/>
                  </a:lnTo>
                  <a:lnTo>
                    <a:pt x="1264150" y="1517819"/>
                  </a:lnTo>
                  <a:lnTo>
                    <a:pt x="1301673" y="1492469"/>
                  </a:lnTo>
                  <a:lnTo>
                    <a:pt x="1337689" y="1465148"/>
                  </a:lnTo>
                  <a:lnTo>
                    <a:pt x="1372120" y="1435933"/>
                  </a:lnTo>
                  <a:lnTo>
                    <a:pt x="1404889" y="1404902"/>
                  </a:lnTo>
                  <a:lnTo>
                    <a:pt x="1435919" y="1372132"/>
                  </a:lnTo>
                  <a:lnTo>
                    <a:pt x="1465132" y="1337699"/>
                  </a:lnTo>
                  <a:lnTo>
                    <a:pt x="1492452" y="1301682"/>
                  </a:lnTo>
                  <a:lnTo>
                    <a:pt x="1517801" y="1264157"/>
                  </a:lnTo>
                  <a:lnTo>
                    <a:pt x="1541101" y="1225201"/>
                  </a:lnTo>
                  <a:lnTo>
                    <a:pt x="1562277" y="1184892"/>
                  </a:lnTo>
                  <a:lnTo>
                    <a:pt x="1581251" y="1143307"/>
                  </a:lnTo>
                  <a:lnTo>
                    <a:pt x="1597945" y="1100523"/>
                  </a:lnTo>
                  <a:lnTo>
                    <a:pt x="1612282" y="1056617"/>
                  </a:lnTo>
                  <a:lnTo>
                    <a:pt x="1624186" y="1011666"/>
                  </a:lnTo>
                  <a:lnTo>
                    <a:pt x="1633579" y="965748"/>
                  </a:lnTo>
                  <a:lnTo>
                    <a:pt x="1640383" y="918939"/>
                  </a:lnTo>
                  <a:lnTo>
                    <a:pt x="1644523" y="871317"/>
                  </a:lnTo>
                  <a:lnTo>
                    <a:pt x="1645920" y="822960"/>
                  </a:lnTo>
                  <a:lnTo>
                    <a:pt x="1644523" y="774602"/>
                  </a:lnTo>
                  <a:lnTo>
                    <a:pt x="1640383" y="726980"/>
                  </a:lnTo>
                  <a:lnTo>
                    <a:pt x="1633579" y="680172"/>
                  </a:lnTo>
                  <a:lnTo>
                    <a:pt x="1624186" y="634255"/>
                  </a:lnTo>
                  <a:lnTo>
                    <a:pt x="1612282" y="589304"/>
                  </a:lnTo>
                  <a:lnTo>
                    <a:pt x="1597945" y="545399"/>
                  </a:lnTo>
                  <a:lnTo>
                    <a:pt x="1581251" y="502616"/>
                  </a:lnTo>
                  <a:lnTo>
                    <a:pt x="1562277" y="461032"/>
                  </a:lnTo>
                  <a:lnTo>
                    <a:pt x="1541101" y="420724"/>
                  </a:lnTo>
                  <a:lnTo>
                    <a:pt x="1517801" y="381769"/>
                  </a:lnTo>
                  <a:lnTo>
                    <a:pt x="1492452" y="344246"/>
                  </a:lnTo>
                  <a:lnTo>
                    <a:pt x="1465132" y="308230"/>
                  </a:lnTo>
                  <a:lnTo>
                    <a:pt x="1435919" y="273799"/>
                  </a:lnTo>
                  <a:lnTo>
                    <a:pt x="1404889" y="241030"/>
                  </a:lnTo>
                  <a:lnTo>
                    <a:pt x="1372120" y="210000"/>
                  </a:lnTo>
                  <a:lnTo>
                    <a:pt x="1337689" y="180787"/>
                  </a:lnTo>
                  <a:lnTo>
                    <a:pt x="1301673" y="153467"/>
                  </a:lnTo>
                  <a:lnTo>
                    <a:pt x="1264150" y="128118"/>
                  </a:lnTo>
                  <a:lnTo>
                    <a:pt x="1225195" y="104818"/>
                  </a:lnTo>
                  <a:lnTo>
                    <a:pt x="1184887" y="83642"/>
                  </a:lnTo>
                  <a:lnTo>
                    <a:pt x="1143303" y="64668"/>
                  </a:lnTo>
                  <a:lnTo>
                    <a:pt x="1100520" y="47974"/>
                  </a:lnTo>
                  <a:lnTo>
                    <a:pt x="1056615" y="33637"/>
                  </a:lnTo>
                  <a:lnTo>
                    <a:pt x="1011664" y="21733"/>
                  </a:lnTo>
                  <a:lnTo>
                    <a:pt x="965747" y="12340"/>
                  </a:lnTo>
                  <a:lnTo>
                    <a:pt x="918939" y="5536"/>
                  </a:lnTo>
                  <a:lnTo>
                    <a:pt x="871317" y="1396"/>
                  </a:lnTo>
                  <a:lnTo>
                    <a:pt x="822959" y="0"/>
                  </a:lnTo>
                  <a:close/>
                </a:path>
              </a:pathLst>
            </a:custGeom>
            <a:solidFill>
              <a:srgbClr val="1B395C">
                <a:alpha val="90194"/>
              </a:srgbClr>
            </a:solidFill>
          </p:spPr>
          <p:txBody>
            <a:bodyPr wrap="square" lIns="0" tIns="0" rIns="0" bIns="0" rtlCol="0"/>
            <a:lstStyle/>
            <a:p>
              <a:endParaRPr/>
            </a:p>
          </p:txBody>
        </p:sp>
        <p:sp>
          <p:nvSpPr>
            <p:cNvPr id="21" name="object 21"/>
            <p:cNvSpPr/>
            <p:nvPr/>
          </p:nvSpPr>
          <p:spPr>
            <a:xfrm>
              <a:off x="9150350" y="4121277"/>
              <a:ext cx="1645920" cy="1646555"/>
            </a:xfrm>
            <a:custGeom>
              <a:avLst/>
              <a:gdLst/>
              <a:ahLst/>
              <a:cxnLst/>
              <a:rect l="l" t="t" r="r" b="b"/>
              <a:pathLst>
                <a:path w="1645920" h="1646554">
                  <a:moveTo>
                    <a:pt x="0" y="822960"/>
                  </a:moveTo>
                  <a:lnTo>
                    <a:pt x="1396" y="774602"/>
                  </a:lnTo>
                  <a:lnTo>
                    <a:pt x="5536" y="726980"/>
                  </a:lnTo>
                  <a:lnTo>
                    <a:pt x="12340" y="680172"/>
                  </a:lnTo>
                  <a:lnTo>
                    <a:pt x="21733" y="634255"/>
                  </a:lnTo>
                  <a:lnTo>
                    <a:pt x="33637" y="589304"/>
                  </a:lnTo>
                  <a:lnTo>
                    <a:pt x="47974" y="545399"/>
                  </a:lnTo>
                  <a:lnTo>
                    <a:pt x="64668" y="502616"/>
                  </a:lnTo>
                  <a:lnTo>
                    <a:pt x="83642" y="461032"/>
                  </a:lnTo>
                  <a:lnTo>
                    <a:pt x="104818" y="420724"/>
                  </a:lnTo>
                  <a:lnTo>
                    <a:pt x="128118" y="381769"/>
                  </a:lnTo>
                  <a:lnTo>
                    <a:pt x="153467" y="344246"/>
                  </a:lnTo>
                  <a:lnTo>
                    <a:pt x="180787" y="308230"/>
                  </a:lnTo>
                  <a:lnTo>
                    <a:pt x="210000" y="273799"/>
                  </a:lnTo>
                  <a:lnTo>
                    <a:pt x="241030" y="241030"/>
                  </a:lnTo>
                  <a:lnTo>
                    <a:pt x="273799" y="210000"/>
                  </a:lnTo>
                  <a:lnTo>
                    <a:pt x="308230" y="180787"/>
                  </a:lnTo>
                  <a:lnTo>
                    <a:pt x="344246" y="153467"/>
                  </a:lnTo>
                  <a:lnTo>
                    <a:pt x="381769" y="128118"/>
                  </a:lnTo>
                  <a:lnTo>
                    <a:pt x="420724" y="104818"/>
                  </a:lnTo>
                  <a:lnTo>
                    <a:pt x="461032" y="83642"/>
                  </a:lnTo>
                  <a:lnTo>
                    <a:pt x="502616" y="64668"/>
                  </a:lnTo>
                  <a:lnTo>
                    <a:pt x="545399" y="47974"/>
                  </a:lnTo>
                  <a:lnTo>
                    <a:pt x="589304" y="33637"/>
                  </a:lnTo>
                  <a:lnTo>
                    <a:pt x="634255" y="21733"/>
                  </a:lnTo>
                  <a:lnTo>
                    <a:pt x="680172" y="12340"/>
                  </a:lnTo>
                  <a:lnTo>
                    <a:pt x="726980" y="5536"/>
                  </a:lnTo>
                  <a:lnTo>
                    <a:pt x="774602" y="1396"/>
                  </a:lnTo>
                  <a:lnTo>
                    <a:pt x="822959" y="0"/>
                  </a:lnTo>
                  <a:lnTo>
                    <a:pt x="871317" y="1396"/>
                  </a:lnTo>
                  <a:lnTo>
                    <a:pt x="918939" y="5536"/>
                  </a:lnTo>
                  <a:lnTo>
                    <a:pt x="965747" y="12340"/>
                  </a:lnTo>
                  <a:lnTo>
                    <a:pt x="1011664" y="21733"/>
                  </a:lnTo>
                  <a:lnTo>
                    <a:pt x="1056615" y="33637"/>
                  </a:lnTo>
                  <a:lnTo>
                    <a:pt x="1100520" y="47974"/>
                  </a:lnTo>
                  <a:lnTo>
                    <a:pt x="1143303" y="64668"/>
                  </a:lnTo>
                  <a:lnTo>
                    <a:pt x="1184887" y="83642"/>
                  </a:lnTo>
                  <a:lnTo>
                    <a:pt x="1225195" y="104818"/>
                  </a:lnTo>
                  <a:lnTo>
                    <a:pt x="1264150" y="128118"/>
                  </a:lnTo>
                  <a:lnTo>
                    <a:pt x="1301673" y="153467"/>
                  </a:lnTo>
                  <a:lnTo>
                    <a:pt x="1337689" y="180787"/>
                  </a:lnTo>
                  <a:lnTo>
                    <a:pt x="1372120" y="210000"/>
                  </a:lnTo>
                  <a:lnTo>
                    <a:pt x="1404889" y="241030"/>
                  </a:lnTo>
                  <a:lnTo>
                    <a:pt x="1435919" y="273799"/>
                  </a:lnTo>
                  <a:lnTo>
                    <a:pt x="1465132" y="308230"/>
                  </a:lnTo>
                  <a:lnTo>
                    <a:pt x="1492452" y="344246"/>
                  </a:lnTo>
                  <a:lnTo>
                    <a:pt x="1517801" y="381769"/>
                  </a:lnTo>
                  <a:lnTo>
                    <a:pt x="1541101" y="420724"/>
                  </a:lnTo>
                  <a:lnTo>
                    <a:pt x="1562277" y="461032"/>
                  </a:lnTo>
                  <a:lnTo>
                    <a:pt x="1581251" y="502616"/>
                  </a:lnTo>
                  <a:lnTo>
                    <a:pt x="1597945" y="545399"/>
                  </a:lnTo>
                  <a:lnTo>
                    <a:pt x="1612282" y="589304"/>
                  </a:lnTo>
                  <a:lnTo>
                    <a:pt x="1624186" y="634255"/>
                  </a:lnTo>
                  <a:lnTo>
                    <a:pt x="1633579" y="680172"/>
                  </a:lnTo>
                  <a:lnTo>
                    <a:pt x="1640383" y="726980"/>
                  </a:lnTo>
                  <a:lnTo>
                    <a:pt x="1644523" y="774602"/>
                  </a:lnTo>
                  <a:lnTo>
                    <a:pt x="1645920" y="822960"/>
                  </a:lnTo>
                  <a:lnTo>
                    <a:pt x="1644523" y="871317"/>
                  </a:lnTo>
                  <a:lnTo>
                    <a:pt x="1640383" y="918939"/>
                  </a:lnTo>
                  <a:lnTo>
                    <a:pt x="1633579" y="965748"/>
                  </a:lnTo>
                  <a:lnTo>
                    <a:pt x="1624186" y="1011666"/>
                  </a:lnTo>
                  <a:lnTo>
                    <a:pt x="1612282" y="1056617"/>
                  </a:lnTo>
                  <a:lnTo>
                    <a:pt x="1597945" y="1100523"/>
                  </a:lnTo>
                  <a:lnTo>
                    <a:pt x="1581251" y="1143307"/>
                  </a:lnTo>
                  <a:lnTo>
                    <a:pt x="1562277" y="1184892"/>
                  </a:lnTo>
                  <a:lnTo>
                    <a:pt x="1541101" y="1225201"/>
                  </a:lnTo>
                  <a:lnTo>
                    <a:pt x="1517801" y="1264157"/>
                  </a:lnTo>
                  <a:lnTo>
                    <a:pt x="1492452" y="1301682"/>
                  </a:lnTo>
                  <a:lnTo>
                    <a:pt x="1465132" y="1337699"/>
                  </a:lnTo>
                  <a:lnTo>
                    <a:pt x="1435919" y="1372132"/>
                  </a:lnTo>
                  <a:lnTo>
                    <a:pt x="1404889" y="1404902"/>
                  </a:lnTo>
                  <a:lnTo>
                    <a:pt x="1372120" y="1435933"/>
                  </a:lnTo>
                  <a:lnTo>
                    <a:pt x="1337689" y="1465148"/>
                  </a:lnTo>
                  <a:lnTo>
                    <a:pt x="1301673" y="1492469"/>
                  </a:lnTo>
                  <a:lnTo>
                    <a:pt x="1264150" y="1517819"/>
                  </a:lnTo>
                  <a:lnTo>
                    <a:pt x="1225195" y="1541121"/>
                  </a:lnTo>
                  <a:lnTo>
                    <a:pt x="1184887" y="1562298"/>
                  </a:lnTo>
                  <a:lnTo>
                    <a:pt x="1143303" y="1581272"/>
                  </a:lnTo>
                  <a:lnTo>
                    <a:pt x="1100520" y="1597967"/>
                  </a:lnTo>
                  <a:lnTo>
                    <a:pt x="1056615" y="1612305"/>
                  </a:lnTo>
                  <a:lnTo>
                    <a:pt x="1011664" y="1624210"/>
                  </a:lnTo>
                  <a:lnTo>
                    <a:pt x="965747" y="1633603"/>
                  </a:lnTo>
                  <a:lnTo>
                    <a:pt x="918939" y="1640408"/>
                  </a:lnTo>
                  <a:lnTo>
                    <a:pt x="871317" y="1644548"/>
                  </a:lnTo>
                  <a:lnTo>
                    <a:pt x="822959" y="1645945"/>
                  </a:lnTo>
                  <a:lnTo>
                    <a:pt x="774602" y="1644548"/>
                  </a:lnTo>
                  <a:lnTo>
                    <a:pt x="726980" y="1640408"/>
                  </a:lnTo>
                  <a:lnTo>
                    <a:pt x="680172" y="1633603"/>
                  </a:lnTo>
                  <a:lnTo>
                    <a:pt x="634255" y="1624210"/>
                  </a:lnTo>
                  <a:lnTo>
                    <a:pt x="589304" y="1612305"/>
                  </a:lnTo>
                  <a:lnTo>
                    <a:pt x="545399" y="1597967"/>
                  </a:lnTo>
                  <a:lnTo>
                    <a:pt x="502616" y="1581272"/>
                  </a:lnTo>
                  <a:lnTo>
                    <a:pt x="461032" y="1562298"/>
                  </a:lnTo>
                  <a:lnTo>
                    <a:pt x="420724" y="1541121"/>
                  </a:lnTo>
                  <a:lnTo>
                    <a:pt x="381769" y="1517819"/>
                  </a:lnTo>
                  <a:lnTo>
                    <a:pt x="344246" y="1492469"/>
                  </a:lnTo>
                  <a:lnTo>
                    <a:pt x="308230" y="1465148"/>
                  </a:lnTo>
                  <a:lnTo>
                    <a:pt x="273799" y="1435933"/>
                  </a:lnTo>
                  <a:lnTo>
                    <a:pt x="241030" y="1404902"/>
                  </a:lnTo>
                  <a:lnTo>
                    <a:pt x="210000" y="1372132"/>
                  </a:lnTo>
                  <a:lnTo>
                    <a:pt x="180787" y="1337699"/>
                  </a:lnTo>
                  <a:lnTo>
                    <a:pt x="153467" y="1301682"/>
                  </a:lnTo>
                  <a:lnTo>
                    <a:pt x="128118" y="1264157"/>
                  </a:lnTo>
                  <a:lnTo>
                    <a:pt x="104818" y="1225201"/>
                  </a:lnTo>
                  <a:lnTo>
                    <a:pt x="83642" y="1184892"/>
                  </a:lnTo>
                  <a:lnTo>
                    <a:pt x="64668" y="1143307"/>
                  </a:lnTo>
                  <a:lnTo>
                    <a:pt x="47974" y="1100523"/>
                  </a:lnTo>
                  <a:lnTo>
                    <a:pt x="33637" y="1056617"/>
                  </a:lnTo>
                  <a:lnTo>
                    <a:pt x="21733" y="1011666"/>
                  </a:lnTo>
                  <a:lnTo>
                    <a:pt x="12340" y="965748"/>
                  </a:lnTo>
                  <a:lnTo>
                    <a:pt x="5536" y="918939"/>
                  </a:lnTo>
                  <a:lnTo>
                    <a:pt x="1396" y="871317"/>
                  </a:lnTo>
                  <a:lnTo>
                    <a:pt x="0" y="822960"/>
                  </a:lnTo>
                  <a:close/>
                </a:path>
              </a:pathLst>
            </a:custGeom>
            <a:ln w="12700">
              <a:solidFill>
                <a:srgbClr val="5BA3CF"/>
              </a:solidFill>
            </a:ln>
          </p:spPr>
          <p:txBody>
            <a:bodyPr wrap="square" lIns="0" tIns="0" rIns="0" bIns="0" rtlCol="0"/>
            <a:lstStyle/>
            <a:p>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86841" y="339978"/>
            <a:ext cx="6621145" cy="696595"/>
          </a:xfrm>
          <a:prstGeom prst="rect">
            <a:avLst/>
          </a:prstGeom>
        </p:spPr>
        <p:txBody>
          <a:bodyPr vert="horz" wrap="square" lIns="0" tIns="12700" rIns="0" bIns="0" rtlCol="0">
            <a:spAutoFit/>
          </a:bodyPr>
          <a:lstStyle/>
          <a:p>
            <a:pPr marL="12700">
              <a:lnSpc>
                <a:spcPct val="100000"/>
              </a:lnSpc>
              <a:spcBef>
                <a:spcPts val="100"/>
              </a:spcBef>
            </a:pPr>
            <a:r>
              <a:rPr sz="4400" spc="130" dirty="0"/>
              <a:t>Control</a:t>
            </a:r>
            <a:r>
              <a:rPr sz="4400" spc="-580" dirty="0"/>
              <a:t> </a:t>
            </a:r>
            <a:r>
              <a:rPr sz="4400" dirty="0"/>
              <a:t>Plane</a:t>
            </a:r>
            <a:r>
              <a:rPr sz="4400" spc="-755" dirty="0"/>
              <a:t> </a:t>
            </a:r>
            <a:r>
              <a:rPr sz="4400" spc="-55" dirty="0"/>
              <a:t>vs</a:t>
            </a:r>
            <a:r>
              <a:rPr sz="4400" spc="-780" dirty="0"/>
              <a:t> </a:t>
            </a:r>
            <a:r>
              <a:rPr sz="4400" spc="-25" dirty="0"/>
              <a:t>Data</a:t>
            </a:r>
            <a:r>
              <a:rPr sz="4400" spc="-775" dirty="0"/>
              <a:t> </a:t>
            </a:r>
            <a:r>
              <a:rPr sz="4400" spc="-10" dirty="0"/>
              <a:t>Plane</a:t>
            </a:r>
            <a:endParaRPr sz="4400"/>
          </a:p>
        </p:txBody>
      </p:sp>
      <p:grpSp>
        <p:nvGrpSpPr>
          <p:cNvPr id="3" name="object 3"/>
          <p:cNvGrpSpPr/>
          <p:nvPr/>
        </p:nvGrpSpPr>
        <p:grpSpPr>
          <a:xfrm>
            <a:off x="1458467" y="1222209"/>
            <a:ext cx="9455150" cy="5078095"/>
            <a:chOff x="1458467" y="1222209"/>
            <a:chExt cx="9455150" cy="5078095"/>
          </a:xfrm>
        </p:grpSpPr>
        <p:pic>
          <p:nvPicPr>
            <p:cNvPr id="4" name="object 4" descr="Diagram: Databricks architecture for AWS"/>
            <p:cNvPicPr/>
            <p:nvPr/>
          </p:nvPicPr>
          <p:blipFill>
            <a:blip r:embed="rId2" cstate="print"/>
            <a:stretch>
              <a:fillRect/>
            </a:stretch>
          </p:blipFill>
          <p:spPr>
            <a:xfrm>
              <a:off x="1458467" y="1222209"/>
              <a:ext cx="9454896" cy="5077968"/>
            </a:xfrm>
            <a:prstGeom prst="rect">
              <a:avLst/>
            </a:prstGeom>
          </p:spPr>
        </p:pic>
        <p:pic>
          <p:nvPicPr>
            <p:cNvPr id="5" name="object 5" descr="Diagram: Databricks architecture for AWS"/>
            <p:cNvPicPr/>
            <p:nvPr/>
          </p:nvPicPr>
          <p:blipFill>
            <a:blip r:embed="rId3" cstate="print"/>
            <a:stretch>
              <a:fillRect/>
            </a:stretch>
          </p:blipFill>
          <p:spPr>
            <a:xfrm>
              <a:off x="1653285" y="1418031"/>
              <a:ext cx="8885427" cy="4506976"/>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4519" y="634441"/>
            <a:ext cx="5942965" cy="574675"/>
          </a:xfrm>
          <a:prstGeom prst="rect">
            <a:avLst/>
          </a:prstGeom>
        </p:spPr>
        <p:txBody>
          <a:bodyPr vert="horz" wrap="square" lIns="0" tIns="12700" rIns="0" bIns="0" rtlCol="0">
            <a:spAutoFit/>
          </a:bodyPr>
          <a:lstStyle/>
          <a:p>
            <a:pPr marL="12700">
              <a:lnSpc>
                <a:spcPct val="100000"/>
              </a:lnSpc>
              <a:spcBef>
                <a:spcPts val="100"/>
              </a:spcBef>
            </a:pPr>
            <a:r>
              <a:rPr spc="85" dirty="0">
                <a:latin typeface="Trebuchet MS"/>
                <a:cs typeface="Trebuchet MS"/>
              </a:rPr>
              <a:t>Classic</a:t>
            </a:r>
            <a:r>
              <a:rPr spc="-605" dirty="0">
                <a:latin typeface="Trebuchet MS"/>
                <a:cs typeface="Trebuchet MS"/>
              </a:rPr>
              <a:t> </a:t>
            </a:r>
            <a:r>
              <a:rPr spc="-25" dirty="0">
                <a:latin typeface="Trebuchet MS"/>
                <a:cs typeface="Trebuchet MS"/>
              </a:rPr>
              <a:t>vs</a:t>
            </a:r>
            <a:r>
              <a:rPr spc="-715" dirty="0">
                <a:latin typeface="Trebuchet MS"/>
                <a:cs typeface="Trebuchet MS"/>
              </a:rPr>
              <a:t> </a:t>
            </a:r>
            <a:r>
              <a:rPr spc="-100" dirty="0">
                <a:latin typeface="Trebuchet MS"/>
                <a:cs typeface="Trebuchet MS"/>
              </a:rPr>
              <a:t>Serverless</a:t>
            </a:r>
            <a:r>
              <a:rPr spc="-745" dirty="0">
                <a:latin typeface="Trebuchet MS"/>
                <a:cs typeface="Trebuchet MS"/>
              </a:rPr>
              <a:t> </a:t>
            </a:r>
            <a:r>
              <a:rPr spc="-150" dirty="0">
                <a:latin typeface="Trebuchet MS"/>
                <a:cs typeface="Trebuchet MS"/>
              </a:rPr>
              <a:t>Data</a:t>
            </a:r>
            <a:r>
              <a:rPr spc="-695" dirty="0">
                <a:latin typeface="Trebuchet MS"/>
                <a:cs typeface="Trebuchet MS"/>
              </a:rPr>
              <a:t> </a:t>
            </a:r>
            <a:r>
              <a:rPr spc="-95" dirty="0">
                <a:latin typeface="Trebuchet MS"/>
                <a:cs typeface="Trebuchet MS"/>
              </a:rPr>
              <a:t>Plane</a:t>
            </a:r>
          </a:p>
        </p:txBody>
      </p:sp>
      <p:sp>
        <p:nvSpPr>
          <p:cNvPr id="3" name="object 3"/>
          <p:cNvSpPr txBox="1"/>
          <p:nvPr/>
        </p:nvSpPr>
        <p:spPr>
          <a:xfrm>
            <a:off x="586841" y="1489633"/>
            <a:ext cx="9090025" cy="519430"/>
          </a:xfrm>
          <a:prstGeom prst="rect">
            <a:avLst/>
          </a:prstGeom>
        </p:spPr>
        <p:txBody>
          <a:bodyPr vert="horz" wrap="square" lIns="0" tIns="12700" rIns="0" bIns="0" rtlCol="0">
            <a:spAutoFit/>
          </a:bodyPr>
          <a:lstStyle/>
          <a:p>
            <a:pPr marL="12700" marR="5080">
              <a:lnSpc>
                <a:spcPct val="140900"/>
              </a:lnSpc>
              <a:spcBef>
                <a:spcPts val="100"/>
              </a:spcBef>
            </a:pPr>
            <a:r>
              <a:rPr sz="1150" dirty="0">
                <a:solidFill>
                  <a:srgbClr val="2B404F"/>
                </a:solidFill>
                <a:latin typeface="Verdana"/>
                <a:cs typeface="Verdana"/>
              </a:rPr>
              <a:t>Databricks</a:t>
            </a:r>
            <a:r>
              <a:rPr sz="1150" spc="-30" dirty="0">
                <a:solidFill>
                  <a:srgbClr val="2B404F"/>
                </a:solidFill>
                <a:latin typeface="Verdana"/>
                <a:cs typeface="Verdana"/>
              </a:rPr>
              <a:t> </a:t>
            </a:r>
            <a:r>
              <a:rPr sz="1150" spc="10" dirty="0">
                <a:solidFill>
                  <a:srgbClr val="2B404F"/>
                </a:solidFill>
                <a:latin typeface="Verdana"/>
                <a:cs typeface="Verdana"/>
              </a:rPr>
              <a:t>ofrece</a:t>
            </a:r>
            <a:r>
              <a:rPr sz="1150" spc="90" dirty="0">
                <a:solidFill>
                  <a:srgbClr val="2B404F"/>
                </a:solidFill>
                <a:latin typeface="Verdana"/>
                <a:cs typeface="Verdana"/>
              </a:rPr>
              <a:t> </a:t>
            </a:r>
            <a:r>
              <a:rPr sz="1150" spc="10" dirty="0">
                <a:solidFill>
                  <a:srgbClr val="2B404F"/>
                </a:solidFill>
                <a:latin typeface="Verdana"/>
                <a:cs typeface="Verdana"/>
              </a:rPr>
              <a:t>dos</a:t>
            </a:r>
            <a:r>
              <a:rPr sz="1150" spc="95" dirty="0">
                <a:solidFill>
                  <a:srgbClr val="2B404F"/>
                </a:solidFill>
                <a:latin typeface="Verdana"/>
                <a:cs typeface="Verdana"/>
              </a:rPr>
              <a:t> </a:t>
            </a:r>
            <a:r>
              <a:rPr sz="1150" dirty="0">
                <a:solidFill>
                  <a:srgbClr val="2B404F"/>
                </a:solidFill>
                <a:latin typeface="Verdana"/>
                <a:cs typeface="Verdana"/>
              </a:rPr>
              <a:t>modalidades</a:t>
            </a:r>
            <a:r>
              <a:rPr sz="1150" spc="-15" dirty="0">
                <a:solidFill>
                  <a:srgbClr val="2B404F"/>
                </a:solidFill>
                <a:latin typeface="Verdana"/>
                <a:cs typeface="Verdana"/>
              </a:rPr>
              <a:t> </a:t>
            </a:r>
            <a:r>
              <a:rPr sz="1150" spc="10" dirty="0">
                <a:solidFill>
                  <a:srgbClr val="2B404F"/>
                </a:solidFill>
                <a:latin typeface="Verdana"/>
                <a:cs typeface="Verdana"/>
              </a:rPr>
              <a:t>de</a:t>
            </a:r>
            <a:r>
              <a:rPr sz="1150" spc="75" dirty="0">
                <a:solidFill>
                  <a:srgbClr val="2B404F"/>
                </a:solidFill>
                <a:latin typeface="Verdana"/>
                <a:cs typeface="Verdana"/>
              </a:rPr>
              <a:t> </a:t>
            </a:r>
            <a:r>
              <a:rPr sz="1150" dirty="0">
                <a:solidFill>
                  <a:srgbClr val="2B404F"/>
                </a:solidFill>
                <a:latin typeface="Verdana"/>
                <a:cs typeface="Verdana"/>
              </a:rPr>
              <a:t>ejecución</a:t>
            </a:r>
            <a:r>
              <a:rPr sz="1150" spc="25" dirty="0">
                <a:solidFill>
                  <a:srgbClr val="2B404F"/>
                </a:solidFill>
                <a:latin typeface="Verdana"/>
                <a:cs typeface="Verdana"/>
              </a:rPr>
              <a:t> </a:t>
            </a:r>
            <a:r>
              <a:rPr sz="1150" spc="10" dirty="0">
                <a:solidFill>
                  <a:srgbClr val="2B404F"/>
                </a:solidFill>
                <a:latin typeface="Verdana"/>
                <a:cs typeface="Verdana"/>
              </a:rPr>
              <a:t>del</a:t>
            </a:r>
            <a:r>
              <a:rPr sz="1150" spc="75" dirty="0">
                <a:solidFill>
                  <a:srgbClr val="2B404F"/>
                </a:solidFill>
                <a:latin typeface="Verdana"/>
                <a:cs typeface="Verdana"/>
              </a:rPr>
              <a:t> </a:t>
            </a:r>
            <a:r>
              <a:rPr sz="1150" spc="10" dirty="0">
                <a:solidFill>
                  <a:srgbClr val="2B404F"/>
                </a:solidFill>
                <a:latin typeface="Verdana"/>
                <a:cs typeface="Verdana"/>
              </a:rPr>
              <a:t>Data</a:t>
            </a:r>
            <a:r>
              <a:rPr sz="1150" spc="-5" dirty="0">
                <a:solidFill>
                  <a:srgbClr val="2B404F"/>
                </a:solidFill>
                <a:latin typeface="Verdana"/>
                <a:cs typeface="Verdana"/>
              </a:rPr>
              <a:t> </a:t>
            </a:r>
            <a:r>
              <a:rPr sz="1150" spc="10" dirty="0">
                <a:solidFill>
                  <a:srgbClr val="2B404F"/>
                </a:solidFill>
                <a:latin typeface="Verdana"/>
                <a:cs typeface="Verdana"/>
              </a:rPr>
              <a:t>Plane.</a:t>
            </a:r>
            <a:r>
              <a:rPr sz="1150" spc="-20" dirty="0">
                <a:solidFill>
                  <a:srgbClr val="2B404F"/>
                </a:solidFill>
                <a:latin typeface="Verdana"/>
                <a:cs typeface="Verdana"/>
              </a:rPr>
              <a:t> </a:t>
            </a:r>
            <a:r>
              <a:rPr sz="1150" spc="10" dirty="0">
                <a:solidFill>
                  <a:srgbClr val="2B404F"/>
                </a:solidFill>
                <a:latin typeface="Verdana"/>
                <a:cs typeface="Verdana"/>
              </a:rPr>
              <a:t>La</a:t>
            </a:r>
            <a:r>
              <a:rPr sz="1150" spc="15" dirty="0">
                <a:solidFill>
                  <a:srgbClr val="2B404F"/>
                </a:solidFill>
                <a:latin typeface="Verdana"/>
                <a:cs typeface="Verdana"/>
              </a:rPr>
              <a:t> </a:t>
            </a:r>
            <a:r>
              <a:rPr sz="1150" spc="45" dirty="0">
                <a:solidFill>
                  <a:srgbClr val="2B404F"/>
                </a:solidFill>
                <a:latin typeface="Verdana"/>
                <a:cs typeface="Verdana"/>
              </a:rPr>
              <a:t>elección</a:t>
            </a:r>
            <a:r>
              <a:rPr sz="1150" spc="25" dirty="0">
                <a:solidFill>
                  <a:srgbClr val="2B404F"/>
                </a:solidFill>
                <a:latin typeface="Verdana"/>
                <a:cs typeface="Verdana"/>
              </a:rPr>
              <a:t> </a:t>
            </a:r>
            <a:r>
              <a:rPr sz="1150" spc="10" dirty="0">
                <a:solidFill>
                  <a:srgbClr val="2B404F"/>
                </a:solidFill>
                <a:latin typeface="Verdana"/>
                <a:cs typeface="Verdana"/>
              </a:rPr>
              <a:t>tiene</a:t>
            </a:r>
            <a:r>
              <a:rPr sz="1150" dirty="0">
                <a:solidFill>
                  <a:srgbClr val="2B404F"/>
                </a:solidFill>
                <a:latin typeface="Verdana"/>
                <a:cs typeface="Verdana"/>
              </a:rPr>
              <a:t> </a:t>
            </a:r>
            <a:r>
              <a:rPr sz="1150" spc="10" dirty="0">
                <a:solidFill>
                  <a:srgbClr val="2B404F"/>
                </a:solidFill>
                <a:latin typeface="Verdana"/>
                <a:cs typeface="Verdana"/>
              </a:rPr>
              <a:t>implicaciones</a:t>
            </a:r>
            <a:r>
              <a:rPr sz="1150" spc="55" dirty="0">
                <a:solidFill>
                  <a:srgbClr val="2B404F"/>
                </a:solidFill>
                <a:latin typeface="Verdana"/>
                <a:cs typeface="Verdana"/>
              </a:rPr>
              <a:t> </a:t>
            </a:r>
            <a:r>
              <a:rPr sz="1150" dirty="0">
                <a:solidFill>
                  <a:srgbClr val="2B404F"/>
                </a:solidFill>
                <a:latin typeface="Verdana"/>
                <a:cs typeface="Verdana"/>
              </a:rPr>
              <a:t>directas </a:t>
            </a:r>
            <a:r>
              <a:rPr sz="1150" spc="10" dirty="0">
                <a:solidFill>
                  <a:srgbClr val="2B404F"/>
                </a:solidFill>
                <a:latin typeface="Verdana"/>
                <a:cs typeface="Verdana"/>
              </a:rPr>
              <a:t>en</a:t>
            </a:r>
            <a:r>
              <a:rPr sz="1150" spc="15" dirty="0">
                <a:solidFill>
                  <a:srgbClr val="2B404F"/>
                </a:solidFill>
                <a:latin typeface="Verdana"/>
                <a:cs typeface="Verdana"/>
              </a:rPr>
              <a:t> </a:t>
            </a:r>
            <a:r>
              <a:rPr sz="1150" spc="10" dirty="0">
                <a:solidFill>
                  <a:srgbClr val="2B404F"/>
                </a:solidFill>
                <a:latin typeface="Verdana"/>
                <a:cs typeface="Verdana"/>
              </a:rPr>
              <a:t>el</a:t>
            </a:r>
            <a:r>
              <a:rPr sz="1150" spc="25" dirty="0">
                <a:solidFill>
                  <a:srgbClr val="2B404F"/>
                </a:solidFill>
                <a:latin typeface="Verdana"/>
                <a:cs typeface="Verdana"/>
              </a:rPr>
              <a:t> </a:t>
            </a:r>
            <a:r>
              <a:rPr sz="1150" spc="10" dirty="0">
                <a:solidFill>
                  <a:srgbClr val="2B404F"/>
                </a:solidFill>
                <a:latin typeface="Verdana"/>
                <a:cs typeface="Verdana"/>
              </a:rPr>
              <a:t>control</a:t>
            </a:r>
            <a:r>
              <a:rPr sz="1150" spc="85" dirty="0">
                <a:solidFill>
                  <a:srgbClr val="2B404F"/>
                </a:solidFill>
                <a:latin typeface="Verdana"/>
                <a:cs typeface="Verdana"/>
              </a:rPr>
              <a:t> </a:t>
            </a:r>
            <a:r>
              <a:rPr sz="1150" spc="-25" dirty="0">
                <a:solidFill>
                  <a:srgbClr val="2B404F"/>
                </a:solidFill>
                <a:latin typeface="Verdana"/>
                <a:cs typeface="Verdana"/>
              </a:rPr>
              <a:t>de </a:t>
            </a:r>
            <a:r>
              <a:rPr sz="1150" spc="-10" dirty="0">
                <a:solidFill>
                  <a:srgbClr val="2B404F"/>
                </a:solidFill>
                <a:latin typeface="Verdana"/>
                <a:cs typeface="Verdana"/>
              </a:rPr>
              <a:t>infraestructura,</a:t>
            </a:r>
            <a:r>
              <a:rPr sz="1150" spc="-5" dirty="0">
                <a:solidFill>
                  <a:srgbClr val="2B404F"/>
                </a:solidFill>
                <a:latin typeface="Verdana"/>
                <a:cs typeface="Verdana"/>
              </a:rPr>
              <a:t> </a:t>
            </a:r>
            <a:r>
              <a:rPr sz="1150" dirty="0">
                <a:solidFill>
                  <a:srgbClr val="2B404F"/>
                </a:solidFill>
                <a:latin typeface="Verdana"/>
                <a:cs typeface="Verdana"/>
              </a:rPr>
              <a:t>la configuración</a:t>
            </a:r>
            <a:r>
              <a:rPr sz="1150" spc="70" dirty="0">
                <a:solidFill>
                  <a:srgbClr val="2B404F"/>
                </a:solidFill>
                <a:latin typeface="Verdana"/>
                <a:cs typeface="Verdana"/>
              </a:rPr>
              <a:t> </a:t>
            </a:r>
            <a:r>
              <a:rPr sz="1150" dirty="0">
                <a:solidFill>
                  <a:srgbClr val="2B404F"/>
                </a:solidFill>
                <a:latin typeface="Verdana"/>
                <a:cs typeface="Verdana"/>
              </a:rPr>
              <a:t>de</a:t>
            </a:r>
            <a:r>
              <a:rPr sz="1150" spc="110" dirty="0">
                <a:solidFill>
                  <a:srgbClr val="2B404F"/>
                </a:solidFill>
                <a:latin typeface="Verdana"/>
                <a:cs typeface="Verdana"/>
              </a:rPr>
              <a:t> </a:t>
            </a:r>
            <a:r>
              <a:rPr sz="1150" dirty="0">
                <a:solidFill>
                  <a:srgbClr val="2B404F"/>
                </a:solidFill>
                <a:latin typeface="Verdana"/>
                <a:cs typeface="Verdana"/>
              </a:rPr>
              <a:t>red</a:t>
            </a:r>
            <a:r>
              <a:rPr sz="1150" spc="25" dirty="0">
                <a:solidFill>
                  <a:srgbClr val="2B404F"/>
                </a:solidFill>
                <a:latin typeface="Verdana"/>
                <a:cs typeface="Verdana"/>
              </a:rPr>
              <a:t> </a:t>
            </a:r>
            <a:r>
              <a:rPr sz="1150" dirty="0">
                <a:solidFill>
                  <a:srgbClr val="2B404F"/>
                </a:solidFill>
                <a:latin typeface="Verdana"/>
                <a:cs typeface="Verdana"/>
              </a:rPr>
              <a:t>y</a:t>
            </a:r>
            <a:r>
              <a:rPr sz="1150" spc="-35" dirty="0">
                <a:solidFill>
                  <a:srgbClr val="2B404F"/>
                </a:solidFill>
                <a:latin typeface="Verdana"/>
                <a:cs typeface="Verdana"/>
              </a:rPr>
              <a:t> </a:t>
            </a:r>
            <a:r>
              <a:rPr sz="1150" dirty="0">
                <a:solidFill>
                  <a:srgbClr val="2B404F"/>
                </a:solidFill>
                <a:latin typeface="Verdana"/>
                <a:cs typeface="Verdana"/>
              </a:rPr>
              <a:t>el</a:t>
            </a:r>
            <a:r>
              <a:rPr sz="1150" spc="50" dirty="0">
                <a:solidFill>
                  <a:srgbClr val="2B404F"/>
                </a:solidFill>
                <a:latin typeface="Verdana"/>
                <a:cs typeface="Verdana"/>
              </a:rPr>
              <a:t> </a:t>
            </a:r>
            <a:r>
              <a:rPr sz="1150" dirty="0">
                <a:solidFill>
                  <a:srgbClr val="2B404F"/>
                </a:solidFill>
                <a:latin typeface="Verdana"/>
                <a:cs typeface="Verdana"/>
              </a:rPr>
              <a:t>modelo</a:t>
            </a:r>
            <a:r>
              <a:rPr sz="1150" spc="105" dirty="0">
                <a:solidFill>
                  <a:srgbClr val="2B404F"/>
                </a:solidFill>
                <a:latin typeface="Verdana"/>
                <a:cs typeface="Verdana"/>
              </a:rPr>
              <a:t> </a:t>
            </a:r>
            <a:r>
              <a:rPr sz="1150" dirty="0">
                <a:solidFill>
                  <a:srgbClr val="2B404F"/>
                </a:solidFill>
                <a:latin typeface="Verdana"/>
                <a:cs typeface="Verdana"/>
              </a:rPr>
              <a:t>de</a:t>
            </a:r>
            <a:r>
              <a:rPr sz="1150" spc="110" dirty="0">
                <a:solidFill>
                  <a:srgbClr val="2B404F"/>
                </a:solidFill>
                <a:latin typeface="Verdana"/>
                <a:cs typeface="Verdana"/>
              </a:rPr>
              <a:t> </a:t>
            </a:r>
            <a:r>
              <a:rPr sz="1150" spc="-10" dirty="0">
                <a:solidFill>
                  <a:srgbClr val="2B404F"/>
                </a:solidFill>
                <a:latin typeface="Verdana"/>
                <a:cs typeface="Verdana"/>
              </a:rPr>
              <a:t>facturación.</a:t>
            </a:r>
            <a:endParaRPr sz="1150">
              <a:latin typeface="Verdana"/>
              <a:cs typeface="Verdana"/>
            </a:endParaRPr>
          </a:p>
        </p:txBody>
      </p:sp>
      <p:sp>
        <p:nvSpPr>
          <p:cNvPr id="4" name="object 4"/>
          <p:cNvSpPr/>
          <p:nvPr/>
        </p:nvSpPr>
        <p:spPr>
          <a:xfrm>
            <a:off x="587375" y="5136133"/>
            <a:ext cx="10220325" cy="442595"/>
          </a:xfrm>
          <a:custGeom>
            <a:avLst/>
            <a:gdLst/>
            <a:ahLst/>
            <a:cxnLst/>
            <a:rect l="l" t="t" r="r" b="b"/>
            <a:pathLst>
              <a:path w="10220325" h="442595">
                <a:moveTo>
                  <a:pt x="10220325" y="0"/>
                </a:moveTo>
                <a:lnTo>
                  <a:pt x="6134100" y="0"/>
                </a:lnTo>
                <a:lnTo>
                  <a:pt x="2047875" y="0"/>
                </a:lnTo>
                <a:lnTo>
                  <a:pt x="0" y="0"/>
                </a:lnTo>
                <a:lnTo>
                  <a:pt x="0" y="442595"/>
                </a:lnTo>
                <a:lnTo>
                  <a:pt x="2047875" y="442595"/>
                </a:lnTo>
                <a:lnTo>
                  <a:pt x="6134100" y="442595"/>
                </a:lnTo>
                <a:lnTo>
                  <a:pt x="10220325" y="442595"/>
                </a:lnTo>
                <a:lnTo>
                  <a:pt x="10220325" y="0"/>
                </a:lnTo>
                <a:close/>
              </a:path>
            </a:pathLst>
          </a:custGeom>
          <a:solidFill>
            <a:srgbClr val="F3F3F3"/>
          </a:solidFill>
        </p:spPr>
        <p:txBody>
          <a:bodyPr wrap="square" lIns="0" tIns="0" rIns="0" bIns="0" rtlCol="0"/>
          <a:lstStyle/>
          <a:p>
            <a:endParaRPr/>
          </a:p>
        </p:txBody>
      </p:sp>
      <p:graphicFrame>
        <p:nvGraphicFramePr>
          <p:cNvPr id="5" name="object 5"/>
          <p:cNvGraphicFramePr>
            <a:graphicFrameLocks noGrp="1"/>
          </p:cNvGraphicFramePr>
          <p:nvPr/>
        </p:nvGraphicFramePr>
        <p:xfrm>
          <a:off x="581025" y="2211323"/>
          <a:ext cx="10220325" cy="3360420"/>
        </p:xfrm>
        <a:graphic>
          <a:graphicData uri="http://schemas.openxmlformats.org/drawingml/2006/table">
            <a:tbl>
              <a:tblPr firstRow="1" bandRow="1">
                <a:tableStyleId>{2D5ABB26-0587-4C30-8999-92F81FD0307C}</a:tableStyleId>
              </a:tblPr>
              <a:tblGrid>
                <a:gridCol w="2047875">
                  <a:extLst>
                    <a:ext uri="{9D8B030D-6E8A-4147-A177-3AD203B41FA5}">
                      <a16:colId xmlns:a16="http://schemas.microsoft.com/office/drawing/2014/main" val="20000"/>
                    </a:ext>
                  </a:extLst>
                </a:gridCol>
                <a:gridCol w="4086225">
                  <a:extLst>
                    <a:ext uri="{9D8B030D-6E8A-4147-A177-3AD203B41FA5}">
                      <a16:colId xmlns:a16="http://schemas.microsoft.com/office/drawing/2014/main" val="20001"/>
                    </a:ext>
                  </a:extLst>
                </a:gridCol>
                <a:gridCol w="4086225">
                  <a:extLst>
                    <a:ext uri="{9D8B030D-6E8A-4147-A177-3AD203B41FA5}">
                      <a16:colId xmlns:a16="http://schemas.microsoft.com/office/drawing/2014/main" val="20002"/>
                    </a:ext>
                  </a:extLst>
                </a:gridCol>
              </a:tblGrid>
              <a:tr h="452120">
                <a:tc>
                  <a:txBody>
                    <a:bodyPr/>
                    <a:lstStyle/>
                    <a:p>
                      <a:pPr marL="153670">
                        <a:lnSpc>
                          <a:spcPct val="100000"/>
                        </a:lnSpc>
                        <a:spcBef>
                          <a:spcPts val="980"/>
                        </a:spcBef>
                      </a:pPr>
                      <a:r>
                        <a:rPr sz="1150" b="1" spc="-10" dirty="0">
                          <a:solidFill>
                            <a:srgbClr val="2B404F"/>
                          </a:solidFill>
                          <a:latin typeface="Verdana"/>
                          <a:cs typeface="Verdana"/>
                        </a:rPr>
                        <a:t>Dimensión</a:t>
                      </a:r>
                      <a:endParaRPr sz="1150">
                        <a:latin typeface="Verdana"/>
                        <a:cs typeface="Verdana"/>
                      </a:endParaRPr>
                    </a:p>
                  </a:txBody>
                  <a:tcPr marL="0" marR="0" marT="124460" marB="0">
                    <a:lnL w="12700">
                      <a:solidFill>
                        <a:srgbClr val="7E7E7E"/>
                      </a:solidFill>
                      <a:prstDash val="solid"/>
                    </a:lnL>
                    <a:lnR w="9525">
                      <a:solidFill>
                        <a:srgbClr val="FFFBF5"/>
                      </a:solidFill>
                      <a:prstDash val="solid"/>
                    </a:lnR>
                    <a:lnT w="12700">
                      <a:solidFill>
                        <a:srgbClr val="7E7E7E"/>
                      </a:solidFill>
                      <a:prstDash val="solid"/>
                    </a:lnT>
                    <a:solidFill>
                      <a:srgbClr val="F1F1F1">
                        <a:alpha val="14901"/>
                      </a:srgbClr>
                    </a:solidFill>
                  </a:tcPr>
                </a:tc>
                <a:tc>
                  <a:txBody>
                    <a:bodyPr/>
                    <a:lstStyle/>
                    <a:p>
                      <a:pPr marL="154305">
                        <a:lnSpc>
                          <a:spcPct val="100000"/>
                        </a:lnSpc>
                        <a:spcBef>
                          <a:spcPts val="980"/>
                        </a:spcBef>
                      </a:pPr>
                      <a:r>
                        <a:rPr sz="1150" b="1" spc="-10" dirty="0">
                          <a:solidFill>
                            <a:srgbClr val="2B404F"/>
                          </a:solidFill>
                          <a:latin typeface="Verdana"/>
                          <a:cs typeface="Verdana"/>
                        </a:rPr>
                        <a:t>Classic</a:t>
                      </a:r>
                      <a:r>
                        <a:rPr sz="1150" b="1" spc="-100" dirty="0">
                          <a:solidFill>
                            <a:srgbClr val="2B404F"/>
                          </a:solidFill>
                          <a:latin typeface="Verdana"/>
                          <a:cs typeface="Verdana"/>
                        </a:rPr>
                        <a:t> </a:t>
                      </a:r>
                      <a:r>
                        <a:rPr sz="1150" b="1" spc="-45" dirty="0">
                          <a:solidFill>
                            <a:srgbClr val="2B404F"/>
                          </a:solidFill>
                          <a:latin typeface="Verdana"/>
                          <a:cs typeface="Verdana"/>
                        </a:rPr>
                        <a:t>Data</a:t>
                      </a:r>
                      <a:r>
                        <a:rPr sz="1150" b="1" spc="-195" dirty="0">
                          <a:solidFill>
                            <a:srgbClr val="2B404F"/>
                          </a:solidFill>
                          <a:latin typeface="Verdana"/>
                          <a:cs typeface="Verdana"/>
                        </a:rPr>
                        <a:t> </a:t>
                      </a:r>
                      <a:r>
                        <a:rPr sz="1150" b="1" spc="-20" dirty="0">
                          <a:solidFill>
                            <a:srgbClr val="2B404F"/>
                          </a:solidFill>
                          <a:latin typeface="Verdana"/>
                          <a:cs typeface="Verdana"/>
                        </a:rPr>
                        <a:t>Plane</a:t>
                      </a:r>
                      <a:endParaRPr sz="1150">
                        <a:latin typeface="Verdana"/>
                        <a:cs typeface="Verdana"/>
                      </a:endParaRPr>
                    </a:p>
                  </a:txBody>
                  <a:tcPr marL="0" marR="0" marT="124460" marB="0">
                    <a:lnL w="9525">
                      <a:solidFill>
                        <a:srgbClr val="FFFBF5"/>
                      </a:solidFill>
                      <a:prstDash val="solid"/>
                    </a:lnL>
                    <a:lnR w="9525">
                      <a:solidFill>
                        <a:srgbClr val="FFFBF5"/>
                      </a:solidFill>
                      <a:prstDash val="solid"/>
                    </a:lnR>
                    <a:lnT w="12700">
                      <a:solidFill>
                        <a:srgbClr val="7E7E7E"/>
                      </a:solidFill>
                      <a:prstDash val="solid"/>
                    </a:lnT>
                    <a:solidFill>
                      <a:srgbClr val="FFFFFF">
                        <a:alpha val="3921"/>
                      </a:srgbClr>
                    </a:solidFill>
                  </a:tcPr>
                </a:tc>
                <a:tc>
                  <a:txBody>
                    <a:bodyPr/>
                    <a:lstStyle/>
                    <a:p>
                      <a:pPr marL="153035">
                        <a:lnSpc>
                          <a:spcPct val="100000"/>
                        </a:lnSpc>
                        <a:spcBef>
                          <a:spcPts val="980"/>
                        </a:spcBef>
                      </a:pPr>
                      <a:r>
                        <a:rPr sz="1150" b="1" spc="-55" dirty="0">
                          <a:solidFill>
                            <a:srgbClr val="2B404F"/>
                          </a:solidFill>
                          <a:latin typeface="Verdana"/>
                          <a:cs typeface="Verdana"/>
                        </a:rPr>
                        <a:t>Serverless</a:t>
                      </a:r>
                      <a:r>
                        <a:rPr sz="1150" b="1" spc="-120" dirty="0">
                          <a:solidFill>
                            <a:srgbClr val="2B404F"/>
                          </a:solidFill>
                          <a:latin typeface="Verdana"/>
                          <a:cs typeface="Verdana"/>
                        </a:rPr>
                        <a:t> </a:t>
                      </a:r>
                      <a:r>
                        <a:rPr sz="1150" b="1" spc="-45" dirty="0">
                          <a:solidFill>
                            <a:srgbClr val="2B404F"/>
                          </a:solidFill>
                          <a:latin typeface="Verdana"/>
                          <a:cs typeface="Verdana"/>
                        </a:rPr>
                        <a:t>Data</a:t>
                      </a:r>
                      <a:r>
                        <a:rPr sz="1150" b="1" spc="-120" dirty="0">
                          <a:solidFill>
                            <a:srgbClr val="2B404F"/>
                          </a:solidFill>
                          <a:latin typeface="Verdana"/>
                          <a:cs typeface="Verdana"/>
                        </a:rPr>
                        <a:t> </a:t>
                      </a:r>
                      <a:r>
                        <a:rPr sz="1150" b="1" spc="-20" dirty="0">
                          <a:solidFill>
                            <a:srgbClr val="2B404F"/>
                          </a:solidFill>
                          <a:latin typeface="Verdana"/>
                          <a:cs typeface="Verdana"/>
                        </a:rPr>
                        <a:t>Plane</a:t>
                      </a:r>
                      <a:endParaRPr sz="1150">
                        <a:latin typeface="Verdana"/>
                        <a:cs typeface="Verdana"/>
                      </a:endParaRPr>
                    </a:p>
                  </a:txBody>
                  <a:tcPr marL="0" marR="0" marT="124460" marB="0">
                    <a:lnL w="9525">
                      <a:solidFill>
                        <a:srgbClr val="FFFBF5"/>
                      </a:solidFill>
                      <a:prstDash val="solid"/>
                    </a:lnL>
                    <a:lnR w="12700">
                      <a:solidFill>
                        <a:srgbClr val="7E7E7E"/>
                      </a:solidFill>
                      <a:prstDash val="solid"/>
                    </a:lnR>
                    <a:lnT w="12700">
                      <a:solidFill>
                        <a:srgbClr val="7E7E7E"/>
                      </a:solidFill>
                      <a:prstDash val="solid"/>
                    </a:lnT>
                    <a:solidFill>
                      <a:srgbClr val="F1F1F1">
                        <a:alpha val="14901"/>
                      </a:srgbClr>
                    </a:solidFill>
                  </a:tcPr>
                </a:tc>
                <a:extLst>
                  <a:ext uri="{0D108BD9-81ED-4DB2-BD59-A6C34878D82A}">
                    <a16:rowId xmlns:a16="http://schemas.microsoft.com/office/drawing/2014/main" val="10000"/>
                  </a:ext>
                </a:extLst>
              </a:tr>
              <a:tr h="675005">
                <a:tc>
                  <a:txBody>
                    <a:bodyPr/>
                    <a:lstStyle/>
                    <a:p>
                      <a:pPr marL="153670" marR="819150">
                        <a:lnSpc>
                          <a:spcPct val="136500"/>
                        </a:lnSpc>
                        <a:spcBef>
                          <a:spcPts val="135"/>
                        </a:spcBef>
                      </a:pPr>
                      <a:r>
                        <a:rPr sz="1150" b="1" spc="-10" dirty="0">
                          <a:solidFill>
                            <a:srgbClr val="2B404F"/>
                          </a:solidFill>
                          <a:latin typeface="Verdana"/>
                          <a:cs typeface="Verdana"/>
                        </a:rPr>
                        <a:t>Ubicación</a:t>
                      </a:r>
                      <a:r>
                        <a:rPr sz="1150" b="1" spc="-130" dirty="0">
                          <a:solidFill>
                            <a:srgbClr val="2B404F"/>
                          </a:solidFill>
                          <a:latin typeface="Verdana"/>
                          <a:cs typeface="Verdana"/>
                        </a:rPr>
                        <a:t> </a:t>
                      </a:r>
                      <a:r>
                        <a:rPr sz="1150" b="1" spc="-25" dirty="0">
                          <a:solidFill>
                            <a:srgbClr val="2B404F"/>
                          </a:solidFill>
                          <a:latin typeface="Verdana"/>
                          <a:cs typeface="Verdana"/>
                        </a:rPr>
                        <a:t>del </a:t>
                      </a:r>
                      <a:r>
                        <a:rPr sz="1150" b="1" spc="-10" dirty="0">
                          <a:solidFill>
                            <a:srgbClr val="2B404F"/>
                          </a:solidFill>
                          <a:latin typeface="Verdana"/>
                          <a:cs typeface="Verdana"/>
                        </a:rPr>
                        <a:t>cómputo</a:t>
                      </a:r>
                      <a:endParaRPr sz="1150">
                        <a:latin typeface="Verdana"/>
                        <a:cs typeface="Verdana"/>
                      </a:endParaRPr>
                    </a:p>
                  </a:txBody>
                  <a:tcPr marL="0" marR="0" marT="17145" marB="0">
                    <a:lnL w="12700">
                      <a:solidFill>
                        <a:srgbClr val="7E7E7E"/>
                      </a:solidFill>
                      <a:prstDash val="solid"/>
                    </a:lnL>
                    <a:lnR w="9525">
                      <a:solidFill>
                        <a:srgbClr val="FFFBF5"/>
                      </a:solidFill>
                      <a:prstDash val="solid"/>
                    </a:lnR>
                    <a:solidFill>
                      <a:srgbClr val="000000">
                        <a:alpha val="3921"/>
                      </a:srgbClr>
                    </a:solidFill>
                  </a:tcPr>
                </a:tc>
                <a:tc>
                  <a:txBody>
                    <a:bodyPr/>
                    <a:lstStyle/>
                    <a:p>
                      <a:pPr marL="154305">
                        <a:lnSpc>
                          <a:spcPct val="100000"/>
                        </a:lnSpc>
                        <a:spcBef>
                          <a:spcPts val="869"/>
                        </a:spcBef>
                      </a:pPr>
                      <a:r>
                        <a:rPr sz="1150" dirty="0">
                          <a:solidFill>
                            <a:srgbClr val="2B404F"/>
                          </a:solidFill>
                          <a:latin typeface="Verdana"/>
                          <a:cs typeface="Verdana"/>
                        </a:rPr>
                        <a:t>Suscripción</a:t>
                      </a:r>
                      <a:r>
                        <a:rPr sz="1150" spc="130" dirty="0">
                          <a:solidFill>
                            <a:srgbClr val="2B404F"/>
                          </a:solidFill>
                          <a:latin typeface="Verdana"/>
                          <a:cs typeface="Verdana"/>
                        </a:rPr>
                        <a:t> </a:t>
                      </a:r>
                      <a:r>
                        <a:rPr sz="1150" dirty="0">
                          <a:solidFill>
                            <a:srgbClr val="2B404F"/>
                          </a:solidFill>
                          <a:latin typeface="Verdana"/>
                          <a:cs typeface="Verdana"/>
                        </a:rPr>
                        <a:t>Azure</a:t>
                      </a:r>
                      <a:r>
                        <a:rPr sz="1150" spc="30" dirty="0">
                          <a:solidFill>
                            <a:srgbClr val="2B404F"/>
                          </a:solidFill>
                          <a:latin typeface="Verdana"/>
                          <a:cs typeface="Verdana"/>
                        </a:rPr>
                        <a:t> </a:t>
                      </a:r>
                      <a:r>
                        <a:rPr sz="1150" dirty="0">
                          <a:solidFill>
                            <a:srgbClr val="2B404F"/>
                          </a:solidFill>
                          <a:latin typeface="Verdana"/>
                          <a:cs typeface="Verdana"/>
                        </a:rPr>
                        <a:t>del</a:t>
                      </a:r>
                      <a:r>
                        <a:rPr sz="1150" spc="150" dirty="0">
                          <a:solidFill>
                            <a:srgbClr val="2B404F"/>
                          </a:solidFill>
                          <a:latin typeface="Verdana"/>
                          <a:cs typeface="Verdana"/>
                        </a:rPr>
                        <a:t> </a:t>
                      </a:r>
                      <a:r>
                        <a:rPr sz="1150" spc="-10" dirty="0">
                          <a:solidFill>
                            <a:srgbClr val="2B404F"/>
                          </a:solidFill>
                          <a:latin typeface="Verdana"/>
                          <a:cs typeface="Verdana"/>
                        </a:rPr>
                        <a:t>cliente</a:t>
                      </a:r>
                      <a:endParaRPr sz="1150">
                        <a:latin typeface="Verdana"/>
                        <a:cs typeface="Verdana"/>
                      </a:endParaRPr>
                    </a:p>
                  </a:txBody>
                  <a:tcPr marL="0" marR="0" marT="110489" marB="0">
                    <a:lnL w="9525">
                      <a:solidFill>
                        <a:srgbClr val="FFFBF5"/>
                      </a:solidFill>
                      <a:prstDash val="solid"/>
                    </a:lnL>
                    <a:lnR w="9525">
                      <a:solidFill>
                        <a:srgbClr val="FFFBF5"/>
                      </a:solidFill>
                      <a:prstDash val="solid"/>
                    </a:lnR>
                    <a:solidFill>
                      <a:srgbClr val="000000">
                        <a:alpha val="3921"/>
                      </a:srgbClr>
                    </a:solidFill>
                  </a:tcPr>
                </a:tc>
                <a:tc>
                  <a:txBody>
                    <a:bodyPr/>
                    <a:lstStyle/>
                    <a:p>
                      <a:pPr marL="153035">
                        <a:lnSpc>
                          <a:spcPct val="100000"/>
                        </a:lnSpc>
                        <a:spcBef>
                          <a:spcPts val="869"/>
                        </a:spcBef>
                      </a:pPr>
                      <a:r>
                        <a:rPr sz="1150" spc="50" dirty="0">
                          <a:solidFill>
                            <a:srgbClr val="2B404F"/>
                          </a:solidFill>
                          <a:latin typeface="Verdana"/>
                          <a:cs typeface="Verdana"/>
                        </a:rPr>
                        <a:t>Cestionado</a:t>
                      </a:r>
                      <a:r>
                        <a:rPr sz="1150" spc="10" dirty="0">
                          <a:solidFill>
                            <a:srgbClr val="2B404F"/>
                          </a:solidFill>
                          <a:latin typeface="Verdana"/>
                          <a:cs typeface="Verdana"/>
                        </a:rPr>
                        <a:t> </a:t>
                      </a:r>
                      <a:r>
                        <a:rPr sz="1150" dirty="0">
                          <a:solidFill>
                            <a:srgbClr val="2B404F"/>
                          </a:solidFill>
                          <a:latin typeface="Verdana"/>
                          <a:cs typeface="Verdana"/>
                        </a:rPr>
                        <a:t>y</a:t>
                      </a:r>
                      <a:r>
                        <a:rPr sz="1150" spc="-90" dirty="0">
                          <a:solidFill>
                            <a:srgbClr val="2B404F"/>
                          </a:solidFill>
                          <a:latin typeface="Verdana"/>
                          <a:cs typeface="Verdana"/>
                        </a:rPr>
                        <a:t> </a:t>
                      </a:r>
                      <a:r>
                        <a:rPr sz="1150" dirty="0">
                          <a:solidFill>
                            <a:srgbClr val="2B404F"/>
                          </a:solidFill>
                          <a:latin typeface="Verdana"/>
                          <a:cs typeface="Verdana"/>
                        </a:rPr>
                        <a:t>alojado</a:t>
                      </a:r>
                      <a:r>
                        <a:rPr sz="1150" spc="-60" dirty="0">
                          <a:solidFill>
                            <a:srgbClr val="2B404F"/>
                          </a:solidFill>
                          <a:latin typeface="Verdana"/>
                          <a:cs typeface="Verdana"/>
                        </a:rPr>
                        <a:t> </a:t>
                      </a:r>
                      <a:r>
                        <a:rPr sz="1150" dirty="0">
                          <a:solidFill>
                            <a:srgbClr val="2B404F"/>
                          </a:solidFill>
                          <a:latin typeface="Verdana"/>
                          <a:cs typeface="Verdana"/>
                        </a:rPr>
                        <a:t>por</a:t>
                      </a:r>
                      <a:r>
                        <a:rPr sz="1150" spc="25" dirty="0">
                          <a:solidFill>
                            <a:srgbClr val="2B404F"/>
                          </a:solidFill>
                          <a:latin typeface="Verdana"/>
                          <a:cs typeface="Verdana"/>
                        </a:rPr>
                        <a:t> </a:t>
                      </a:r>
                      <a:r>
                        <a:rPr sz="1150" spc="-10" dirty="0">
                          <a:solidFill>
                            <a:srgbClr val="2B404F"/>
                          </a:solidFill>
                          <a:latin typeface="Verdana"/>
                          <a:cs typeface="Verdana"/>
                        </a:rPr>
                        <a:t>Databricks</a:t>
                      </a:r>
                      <a:endParaRPr sz="1150">
                        <a:latin typeface="Verdana"/>
                        <a:cs typeface="Verdana"/>
                      </a:endParaRPr>
                    </a:p>
                  </a:txBody>
                  <a:tcPr marL="0" marR="0" marT="110489" marB="0">
                    <a:lnL w="9525">
                      <a:solidFill>
                        <a:srgbClr val="FFFBF5"/>
                      </a:solidFill>
                      <a:prstDash val="solid"/>
                    </a:lnL>
                    <a:lnR w="12700">
                      <a:solidFill>
                        <a:srgbClr val="7E7E7E"/>
                      </a:solidFill>
                      <a:prstDash val="solid"/>
                    </a:lnR>
                    <a:solidFill>
                      <a:srgbClr val="000000">
                        <a:alpha val="3921"/>
                      </a:srgbClr>
                    </a:solidFill>
                  </a:tcPr>
                </a:tc>
                <a:extLst>
                  <a:ext uri="{0D108BD9-81ED-4DB2-BD59-A6C34878D82A}">
                    <a16:rowId xmlns:a16="http://schemas.microsoft.com/office/drawing/2014/main" val="10001"/>
                  </a:ext>
                </a:extLst>
              </a:tr>
              <a:tr h="438150">
                <a:tc>
                  <a:txBody>
                    <a:bodyPr/>
                    <a:lstStyle/>
                    <a:p>
                      <a:pPr marL="153670">
                        <a:lnSpc>
                          <a:spcPct val="100000"/>
                        </a:lnSpc>
                        <a:spcBef>
                          <a:spcPts val="869"/>
                        </a:spcBef>
                      </a:pPr>
                      <a:r>
                        <a:rPr sz="1150" b="1" spc="-25" dirty="0">
                          <a:solidFill>
                            <a:srgbClr val="2B404F"/>
                          </a:solidFill>
                          <a:latin typeface="Verdana"/>
                          <a:cs typeface="Verdana"/>
                        </a:rPr>
                        <a:t>Control</a:t>
                      </a:r>
                      <a:r>
                        <a:rPr sz="1150" b="1" spc="-105" dirty="0">
                          <a:solidFill>
                            <a:srgbClr val="2B404F"/>
                          </a:solidFill>
                          <a:latin typeface="Verdana"/>
                          <a:cs typeface="Verdana"/>
                        </a:rPr>
                        <a:t> </a:t>
                      </a:r>
                      <a:r>
                        <a:rPr sz="1150" b="1" spc="-10" dirty="0">
                          <a:solidFill>
                            <a:srgbClr val="2B404F"/>
                          </a:solidFill>
                          <a:latin typeface="Verdana"/>
                          <a:cs typeface="Verdana"/>
                        </a:rPr>
                        <a:t>de</a:t>
                      </a:r>
                      <a:r>
                        <a:rPr sz="1150" b="1" spc="-100" dirty="0">
                          <a:solidFill>
                            <a:srgbClr val="2B404F"/>
                          </a:solidFill>
                          <a:latin typeface="Verdana"/>
                          <a:cs typeface="Verdana"/>
                        </a:rPr>
                        <a:t> </a:t>
                      </a:r>
                      <a:r>
                        <a:rPr sz="1150" b="1" spc="-25" dirty="0">
                          <a:solidFill>
                            <a:srgbClr val="2B404F"/>
                          </a:solidFill>
                          <a:latin typeface="Verdana"/>
                          <a:cs typeface="Verdana"/>
                        </a:rPr>
                        <a:t>red</a:t>
                      </a:r>
                      <a:endParaRPr sz="1150">
                        <a:latin typeface="Verdana"/>
                        <a:cs typeface="Verdana"/>
                      </a:endParaRPr>
                    </a:p>
                  </a:txBody>
                  <a:tcPr marL="0" marR="0" marT="110489" marB="0">
                    <a:lnL w="12700">
                      <a:solidFill>
                        <a:srgbClr val="7E7E7E"/>
                      </a:solidFill>
                      <a:prstDash val="solid"/>
                    </a:lnL>
                    <a:lnR w="9525">
                      <a:solidFill>
                        <a:srgbClr val="FFFBF5"/>
                      </a:solidFill>
                      <a:prstDash val="solid"/>
                    </a:lnR>
                    <a:solidFill>
                      <a:srgbClr val="FFFFFF">
                        <a:alpha val="3921"/>
                      </a:srgbClr>
                    </a:solidFill>
                  </a:tcPr>
                </a:tc>
                <a:tc>
                  <a:txBody>
                    <a:bodyPr/>
                    <a:lstStyle/>
                    <a:p>
                      <a:pPr marL="154305">
                        <a:lnSpc>
                          <a:spcPct val="100000"/>
                        </a:lnSpc>
                        <a:spcBef>
                          <a:spcPts val="869"/>
                        </a:spcBef>
                      </a:pPr>
                      <a:r>
                        <a:rPr sz="1150" dirty="0">
                          <a:solidFill>
                            <a:srgbClr val="2B404F"/>
                          </a:solidFill>
                          <a:latin typeface="Verdana"/>
                          <a:cs typeface="Verdana"/>
                        </a:rPr>
                        <a:t>VNet</a:t>
                      </a:r>
                      <a:r>
                        <a:rPr sz="1150" spc="70" dirty="0">
                          <a:solidFill>
                            <a:srgbClr val="2B404F"/>
                          </a:solidFill>
                          <a:latin typeface="Verdana"/>
                          <a:cs typeface="Verdana"/>
                        </a:rPr>
                        <a:t> </a:t>
                      </a:r>
                      <a:r>
                        <a:rPr sz="1150" dirty="0">
                          <a:solidFill>
                            <a:srgbClr val="2B404F"/>
                          </a:solidFill>
                          <a:latin typeface="Verdana"/>
                          <a:cs typeface="Verdana"/>
                        </a:rPr>
                        <a:t>propia,</a:t>
                      </a:r>
                      <a:r>
                        <a:rPr sz="1150" spc="-15" dirty="0">
                          <a:solidFill>
                            <a:srgbClr val="2B404F"/>
                          </a:solidFill>
                          <a:latin typeface="Verdana"/>
                          <a:cs typeface="Verdana"/>
                        </a:rPr>
                        <a:t> </a:t>
                      </a:r>
                      <a:r>
                        <a:rPr sz="1150" dirty="0">
                          <a:solidFill>
                            <a:srgbClr val="2B404F"/>
                          </a:solidFill>
                          <a:latin typeface="Verdana"/>
                          <a:cs typeface="Verdana"/>
                        </a:rPr>
                        <a:t>NSC,</a:t>
                      </a:r>
                      <a:r>
                        <a:rPr sz="1150" spc="35" dirty="0">
                          <a:solidFill>
                            <a:srgbClr val="2B404F"/>
                          </a:solidFill>
                          <a:latin typeface="Verdana"/>
                          <a:cs typeface="Verdana"/>
                        </a:rPr>
                        <a:t> </a:t>
                      </a:r>
                      <a:r>
                        <a:rPr sz="1150" dirty="0">
                          <a:solidFill>
                            <a:srgbClr val="2B404F"/>
                          </a:solidFill>
                          <a:latin typeface="Verdana"/>
                          <a:cs typeface="Verdana"/>
                        </a:rPr>
                        <a:t>Private</a:t>
                      </a:r>
                      <a:r>
                        <a:rPr sz="1150" spc="-20" dirty="0">
                          <a:solidFill>
                            <a:srgbClr val="2B404F"/>
                          </a:solidFill>
                          <a:latin typeface="Verdana"/>
                          <a:cs typeface="Verdana"/>
                        </a:rPr>
                        <a:t> </a:t>
                      </a:r>
                      <a:r>
                        <a:rPr sz="1150" dirty="0">
                          <a:solidFill>
                            <a:srgbClr val="2B404F"/>
                          </a:solidFill>
                          <a:latin typeface="Verdana"/>
                          <a:cs typeface="Verdana"/>
                        </a:rPr>
                        <a:t>Link </a:t>
                      </a:r>
                      <a:r>
                        <a:rPr sz="1150" spc="-10" dirty="0">
                          <a:solidFill>
                            <a:srgbClr val="2B404F"/>
                          </a:solidFill>
                          <a:latin typeface="Verdana"/>
                          <a:cs typeface="Verdana"/>
                        </a:rPr>
                        <a:t>configurable</a:t>
                      </a:r>
                      <a:endParaRPr sz="1150">
                        <a:latin typeface="Verdana"/>
                        <a:cs typeface="Verdana"/>
                      </a:endParaRPr>
                    </a:p>
                  </a:txBody>
                  <a:tcPr marL="0" marR="0" marT="110489" marB="0">
                    <a:lnL w="9525">
                      <a:solidFill>
                        <a:srgbClr val="FFFBF5"/>
                      </a:solidFill>
                      <a:prstDash val="solid"/>
                    </a:lnL>
                    <a:lnR w="9525">
                      <a:solidFill>
                        <a:srgbClr val="FFFBF5"/>
                      </a:solidFill>
                      <a:prstDash val="solid"/>
                    </a:lnR>
                    <a:solidFill>
                      <a:srgbClr val="FFFFFF">
                        <a:alpha val="3921"/>
                      </a:srgbClr>
                    </a:solidFill>
                  </a:tcPr>
                </a:tc>
                <a:tc>
                  <a:txBody>
                    <a:bodyPr/>
                    <a:lstStyle/>
                    <a:p>
                      <a:pPr marL="153035">
                        <a:lnSpc>
                          <a:spcPct val="100000"/>
                        </a:lnSpc>
                        <a:spcBef>
                          <a:spcPts val="869"/>
                        </a:spcBef>
                      </a:pPr>
                      <a:r>
                        <a:rPr sz="1150" dirty="0">
                          <a:solidFill>
                            <a:srgbClr val="2B404F"/>
                          </a:solidFill>
                          <a:latin typeface="Verdana"/>
                          <a:cs typeface="Verdana"/>
                        </a:rPr>
                        <a:t>Sin</a:t>
                      </a:r>
                      <a:r>
                        <a:rPr sz="1150" spc="95" dirty="0">
                          <a:solidFill>
                            <a:srgbClr val="2B404F"/>
                          </a:solidFill>
                          <a:latin typeface="Verdana"/>
                          <a:cs typeface="Verdana"/>
                        </a:rPr>
                        <a:t> </a:t>
                      </a:r>
                      <a:r>
                        <a:rPr sz="1150" dirty="0">
                          <a:solidFill>
                            <a:srgbClr val="2B404F"/>
                          </a:solidFill>
                          <a:latin typeface="Verdana"/>
                          <a:cs typeface="Verdana"/>
                        </a:rPr>
                        <a:t>configuración</a:t>
                      </a:r>
                      <a:r>
                        <a:rPr sz="1150" spc="165" dirty="0">
                          <a:solidFill>
                            <a:srgbClr val="2B404F"/>
                          </a:solidFill>
                          <a:latin typeface="Verdana"/>
                          <a:cs typeface="Verdana"/>
                        </a:rPr>
                        <a:t> </a:t>
                      </a:r>
                      <a:r>
                        <a:rPr sz="1150" dirty="0">
                          <a:solidFill>
                            <a:srgbClr val="2B404F"/>
                          </a:solidFill>
                          <a:latin typeface="Verdana"/>
                          <a:cs typeface="Verdana"/>
                        </a:rPr>
                        <a:t>de</a:t>
                      </a:r>
                      <a:r>
                        <a:rPr sz="1150" spc="200" dirty="0">
                          <a:solidFill>
                            <a:srgbClr val="2B404F"/>
                          </a:solidFill>
                          <a:latin typeface="Verdana"/>
                          <a:cs typeface="Verdana"/>
                        </a:rPr>
                        <a:t> </a:t>
                      </a:r>
                      <a:r>
                        <a:rPr sz="1150" dirty="0">
                          <a:solidFill>
                            <a:srgbClr val="2B404F"/>
                          </a:solidFill>
                          <a:latin typeface="Verdana"/>
                          <a:cs typeface="Verdana"/>
                        </a:rPr>
                        <a:t>infraestructura</a:t>
                      </a:r>
                      <a:r>
                        <a:rPr sz="1150" spc="95" dirty="0">
                          <a:solidFill>
                            <a:srgbClr val="2B404F"/>
                          </a:solidFill>
                          <a:latin typeface="Verdana"/>
                          <a:cs typeface="Verdana"/>
                        </a:rPr>
                        <a:t> </a:t>
                      </a:r>
                      <a:r>
                        <a:rPr sz="1150" spc="-10" dirty="0">
                          <a:solidFill>
                            <a:srgbClr val="2B404F"/>
                          </a:solidFill>
                          <a:latin typeface="Verdana"/>
                          <a:cs typeface="Verdana"/>
                        </a:rPr>
                        <a:t>requerida</a:t>
                      </a:r>
                      <a:endParaRPr sz="1150">
                        <a:latin typeface="Verdana"/>
                        <a:cs typeface="Verdana"/>
                      </a:endParaRPr>
                    </a:p>
                  </a:txBody>
                  <a:tcPr marL="0" marR="0" marT="110489" marB="0">
                    <a:lnL w="9525">
                      <a:solidFill>
                        <a:srgbClr val="FFFBF5"/>
                      </a:solidFill>
                      <a:prstDash val="solid"/>
                    </a:lnL>
                    <a:lnR w="12700">
                      <a:solidFill>
                        <a:srgbClr val="7E7E7E"/>
                      </a:solidFill>
                      <a:prstDash val="solid"/>
                    </a:lnR>
                    <a:solidFill>
                      <a:srgbClr val="FFFFFF">
                        <a:alpha val="3921"/>
                      </a:srgbClr>
                    </a:solidFill>
                  </a:tcPr>
                </a:tc>
                <a:extLst>
                  <a:ext uri="{0D108BD9-81ED-4DB2-BD59-A6C34878D82A}">
                    <a16:rowId xmlns:a16="http://schemas.microsoft.com/office/drawing/2014/main" val="10002"/>
                  </a:ext>
                </a:extLst>
              </a:tr>
              <a:tr h="676275">
                <a:tc>
                  <a:txBody>
                    <a:bodyPr/>
                    <a:lstStyle/>
                    <a:p>
                      <a:pPr marL="153670">
                        <a:lnSpc>
                          <a:spcPct val="100000"/>
                        </a:lnSpc>
                        <a:spcBef>
                          <a:spcPts val="640"/>
                        </a:spcBef>
                      </a:pPr>
                      <a:r>
                        <a:rPr sz="1150" b="1" spc="-10" dirty="0">
                          <a:solidFill>
                            <a:srgbClr val="2B404F"/>
                          </a:solidFill>
                          <a:latin typeface="Verdana"/>
                          <a:cs typeface="Verdana"/>
                        </a:rPr>
                        <a:t>Configuración</a:t>
                      </a:r>
                      <a:endParaRPr sz="1150">
                        <a:latin typeface="Verdana"/>
                        <a:cs typeface="Verdana"/>
                      </a:endParaRPr>
                    </a:p>
                    <a:p>
                      <a:pPr marL="153670">
                        <a:lnSpc>
                          <a:spcPct val="100000"/>
                        </a:lnSpc>
                        <a:spcBef>
                          <a:spcPts val="505"/>
                        </a:spcBef>
                      </a:pPr>
                      <a:r>
                        <a:rPr sz="1150" b="1" spc="-10" dirty="0">
                          <a:solidFill>
                            <a:srgbClr val="2B404F"/>
                          </a:solidFill>
                          <a:latin typeface="Verdana"/>
                          <a:cs typeface="Verdana"/>
                        </a:rPr>
                        <a:t>requerida</a:t>
                      </a:r>
                      <a:endParaRPr sz="1150">
                        <a:latin typeface="Verdana"/>
                        <a:cs typeface="Verdana"/>
                      </a:endParaRPr>
                    </a:p>
                  </a:txBody>
                  <a:tcPr marL="0" marR="0" marT="81280" marB="0">
                    <a:lnL w="12700">
                      <a:solidFill>
                        <a:srgbClr val="7E7E7E"/>
                      </a:solidFill>
                      <a:prstDash val="solid"/>
                    </a:lnL>
                    <a:lnR w="9525">
                      <a:solidFill>
                        <a:srgbClr val="FFFBF5"/>
                      </a:solidFill>
                      <a:prstDash val="solid"/>
                    </a:lnR>
                    <a:solidFill>
                      <a:srgbClr val="000000">
                        <a:alpha val="3921"/>
                      </a:srgbClr>
                    </a:solidFill>
                  </a:tcPr>
                </a:tc>
                <a:tc>
                  <a:txBody>
                    <a:bodyPr/>
                    <a:lstStyle/>
                    <a:p>
                      <a:pPr marL="154305">
                        <a:lnSpc>
                          <a:spcPct val="100000"/>
                        </a:lnSpc>
                        <a:spcBef>
                          <a:spcPts val="869"/>
                        </a:spcBef>
                      </a:pPr>
                      <a:r>
                        <a:rPr sz="1150" dirty="0">
                          <a:solidFill>
                            <a:srgbClr val="2B404F"/>
                          </a:solidFill>
                          <a:latin typeface="Verdana"/>
                          <a:cs typeface="Verdana"/>
                        </a:rPr>
                        <a:t>Alta</a:t>
                      </a:r>
                      <a:r>
                        <a:rPr sz="1150" spc="-30" dirty="0">
                          <a:solidFill>
                            <a:srgbClr val="2B404F"/>
                          </a:solidFill>
                          <a:latin typeface="Verdana"/>
                          <a:cs typeface="Verdana"/>
                        </a:rPr>
                        <a:t> </a:t>
                      </a:r>
                      <a:r>
                        <a:rPr sz="1150" dirty="0">
                          <a:solidFill>
                            <a:srgbClr val="2B404F"/>
                          </a:solidFill>
                          <a:latin typeface="Verdana"/>
                          <a:cs typeface="Verdana"/>
                        </a:rPr>
                        <a:t>—</a:t>
                      </a:r>
                      <a:r>
                        <a:rPr sz="1150" spc="-100" dirty="0">
                          <a:solidFill>
                            <a:srgbClr val="2B404F"/>
                          </a:solidFill>
                          <a:latin typeface="Verdana"/>
                          <a:cs typeface="Verdana"/>
                        </a:rPr>
                        <a:t> </a:t>
                      </a:r>
                      <a:r>
                        <a:rPr sz="1150" dirty="0">
                          <a:solidFill>
                            <a:srgbClr val="2B404F"/>
                          </a:solidFill>
                          <a:latin typeface="Verdana"/>
                          <a:cs typeface="Verdana"/>
                        </a:rPr>
                        <a:t>requiere</a:t>
                      </a:r>
                      <a:r>
                        <a:rPr sz="1150" spc="-15" dirty="0">
                          <a:solidFill>
                            <a:srgbClr val="2B404F"/>
                          </a:solidFill>
                          <a:latin typeface="Verdana"/>
                          <a:cs typeface="Verdana"/>
                        </a:rPr>
                        <a:t> </a:t>
                      </a:r>
                      <a:r>
                        <a:rPr sz="1150" dirty="0">
                          <a:solidFill>
                            <a:srgbClr val="2B404F"/>
                          </a:solidFill>
                          <a:latin typeface="Verdana"/>
                          <a:cs typeface="Verdana"/>
                        </a:rPr>
                        <a:t>diseño</a:t>
                      </a:r>
                      <a:r>
                        <a:rPr sz="1150" spc="35" dirty="0">
                          <a:solidFill>
                            <a:srgbClr val="2B404F"/>
                          </a:solidFill>
                          <a:latin typeface="Verdana"/>
                          <a:cs typeface="Verdana"/>
                        </a:rPr>
                        <a:t> </a:t>
                      </a:r>
                      <a:r>
                        <a:rPr sz="1150" dirty="0">
                          <a:solidFill>
                            <a:srgbClr val="2B404F"/>
                          </a:solidFill>
                          <a:latin typeface="Verdana"/>
                          <a:cs typeface="Verdana"/>
                        </a:rPr>
                        <a:t>de</a:t>
                      </a:r>
                      <a:r>
                        <a:rPr sz="1150" spc="70" dirty="0">
                          <a:solidFill>
                            <a:srgbClr val="2B404F"/>
                          </a:solidFill>
                          <a:latin typeface="Verdana"/>
                          <a:cs typeface="Verdana"/>
                        </a:rPr>
                        <a:t> </a:t>
                      </a:r>
                      <a:r>
                        <a:rPr sz="1150" dirty="0">
                          <a:solidFill>
                            <a:srgbClr val="2B404F"/>
                          </a:solidFill>
                          <a:latin typeface="Verdana"/>
                          <a:cs typeface="Verdana"/>
                        </a:rPr>
                        <a:t>red</a:t>
                      </a:r>
                      <a:r>
                        <a:rPr sz="1150" spc="5" dirty="0">
                          <a:solidFill>
                            <a:srgbClr val="2B404F"/>
                          </a:solidFill>
                          <a:latin typeface="Verdana"/>
                          <a:cs typeface="Verdana"/>
                        </a:rPr>
                        <a:t> </a:t>
                      </a:r>
                      <a:r>
                        <a:rPr sz="1150" dirty="0">
                          <a:solidFill>
                            <a:srgbClr val="2B404F"/>
                          </a:solidFill>
                          <a:latin typeface="Verdana"/>
                          <a:cs typeface="Verdana"/>
                        </a:rPr>
                        <a:t>y</a:t>
                      </a:r>
                      <a:r>
                        <a:rPr sz="1150" spc="-45" dirty="0">
                          <a:solidFill>
                            <a:srgbClr val="2B404F"/>
                          </a:solidFill>
                          <a:latin typeface="Verdana"/>
                          <a:cs typeface="Verdana"/>
                        </a:rPr>
                        <a:t> </a:t>
                      </a:r>
                      <a:r>
                        <a:rPr sz="1150" dirty="0">
                          <a:solidFill>
                            <a:srgbClr val="2B404F"/>
                          </a:solidFill>
                          <a:latin typeface="Verdana"/>
                          <a:cs typeface="Verdana"/>
                        </a:rPr>
                        <a:t>permisos</a:t>
                      </a:r>
                      <a:r>
                        <a:rPr sz="1150" spc="-10" dirty="0">
                          <a:solidFill>
                            <a:srgbClr val="2B404F"/>
                          </a:solidFill>
                          <a:latin typeface="Verdana"/>
                          <a:cs typeface="Verdana"/>
                        </a:rPr>
                        <a:t> </a:t>
                      </a:r>
                      <a:r>
                        <a:rPr sz="1150" spc="-25" dirty="0">
                          <a:solidFill>
                            <a:srgbClr val="2B404F"/>
                          </a:solidFill>
                          <a:latin typeface="Verdana"/>
                          <a:cs typeface="Verdana"/>
                        </a:rPr>
                        <a:t>IAM</a:t>
                      </a:r>
                      <a:endParaRPr sz="1150">
                        <a:latin typeface="Verdana"/>
                        <a:cs typeface="Verdana"/>
                      </a:endParaRPr>
                    </a:p>
                  </a:txBody>
                  <a:tcPr marL="0" marR="0" marT="110489" marB="0">
                    <a:lnL w="9525">
                      <a:solidFill>
                        <a:srgbClr val="FFFBF5"/>
                      </a:solidFill>
                      <a:prstDash val="solid"/>
                    </a:lnL>
                    <a:lnR w="9525">
                      <a:solidFill>
                        <a:srgbClr val="FFFBF5"/>
                      </a:solidFill>
                      <a:prstDash val="solid"/>
                    </a:lnR>
                    <a:solidFill>
                      <a:srgbClr val="000000">
                        <a:alpha val="3921"/>
                      </a:srgbClr>
                    </a:solidFill>
                  </a:tcPr>
                </a:tc>
                <a:tc>
                  <a:txBody>
                    <a:bodyPr/>
                    <a:lstStyle/>
                    <a:p>
                      <a:pPr marL="153035">
                        <a:lnSpc>
                          <a:spcPct val="100000"/>
                        </a:lnSpc>
                        <a:spcBef>
                          <a:spcPts val="869"/>
                        </a:spcBef>
                      </a:pPr>
                      <a:r>
                        <a:rPr sz="1150" dirty="0">
                          <a:solidFill>
                            <a:srgbClr val="2B404F"/>
                          </a:solidFill>
                          <a:latin typeface="Verdana"/>
                          <a:cs typeface="Verdana"/>
                        </a:rPr>
                        <a:t>Mínima</a:t>
                      </a:r>
                      <a:r>
                        <a:rPr sz="1150" spc="-60" dirty="0">
                          <a:solidFill>
                            <a:srgbClr val="2B404F"/>
                          </a:solidFill>
                          <a:latin typeface="Verdana"/>
                          <a:cs typeface="Verdana"/>
                        </a:rPr>
                        <a:t> </a:t>
                      </a:r>
                      <a:r>
                        <a:rPr sz="1150" dirty="0">
                          <a:solidFill>
                            <a:srgbClr val="2B404F"/>
                          </a:solidFill>
                          <a:latin typeface="Verdana"/>
                          <a:cs typeface="Verdana"/>
                        </a:rPr>
                        <a:t>—</a:t>
                      </a:r>
                      <a:r>
                        <a:rPr sz="1150" spc="-145" dirty="0">
                          <a:solidFill>
                            <a:srgbClr val="2B404F"/>
                          </a:solidFill>
                          <a:latin typeface="Verdana"/>
                          <a:cs typeface="Verdana"/>
                        </a:rPr>
                        <a:t> </a:t>
                      </a:r>
                      <a:r>
                        <a:rPr sz="1150" dirty="0">
                          <a:solidFill>
                            <a:srgbClr val="2B404F"/>
                          </a:solidFill>
                          <a:latin typeface="Verdana"/>
                          <a:cs typeface="Verdana"/>
                        </a:rPr>
                        <a:t>listo</a:t>
                      </a:r>
                      <a:r>
                        <a:rPr sz="1150" spc="-55" dirty="0">
                          <a:solidFill>
                            <a:srgbClr val="2B404F"/>
                          </a:solidFill>
                          <a:latin typeface="Verdana"/>
                          <a:cs typeface="Verdana"/>
                        </a:rPr>
                        <a:t> </a:t>
                      </a:r>
                      <a:r>
                        <a:rPr sz="1150" dirty="0">
                          <a:solidFill>
                            <a:srgbClr val="2B404F"/>
                          </a:solidFill>
                          <a:latin typeface="Verdana"/>
                          <a:cs typeface="Verdana"/>
                        </a:rPr>
                        <a:t>para</a:t>
                      </a:r>
                      <a:r>
                        <a:rPr sz="1150" spc="-65" dirty="0">
                          <a:solidFill>
                            <a:srgbClr val="2B404F"/>
                          </a:solidFill>
                          <a:latin typeface="Verdana"/>
                          <a:cs typeface="Verdana"/>
                        </a:rPr>
                        <a:t> </a:t>
                      </a:r>
                      <a:r>
                        <a:rPr sz="1150" dirty="0">
                          <a:solidFill>
                            <a:srgbClr val="2B404F"/>
                          </a:solidFill>
                          <a:latin typeface="Verdana"/>
                          <a:cs typeface="Verdana"/>
                        </a:rPr>
                        <a:t>usar</a:t>
                      </a:r>
                      <a:r>
                        <a:rPr sz="1150" spc="-45" dirty="0">
                          <a:solidFill>
                            <a:srgbClr val="2B404F"/>
                          </a:solidFill>
                          <a:latin typeface="Verdana"/>
                          <a:cs typeface="Verdana"/>
                        </a:rPr>
                        <a:t> </a:t>
                      </a:r>
                      <a:r>
                        <a:rPr sz="1150" dirty="0">
                          <a:solidFill>
                            <a:srgbClr val="2B404F"/>
                          </a:solidFill>
                          <a:latin typeface="Verdana"/>
                          <a:cs typeface="Verdana"/>
                        </a:rPr>
                        <a:t>en</a:t>
                      </a:r>
                      <a:r>
                        <a:rPr sz="1150" spc="-45" dirty="0">
                          <a:solidFill>
                            <a:srgbClr val="2B404F"/>
                          </a:solidFill>
                          <a:latin typeface="Verdana"/>
                          <a:cs typeface="Verdana"/>
                        </a:rPr>
                        <a:t> </a:t>
                      </a:r>
                      <a:r>
                        <a:rPr sz="1150" spc="-10" dirty="0">
                          <a:solidFill>
                            <a:srgbClr val="2B404F"/>
                          </a:solidFill>
                          <a:latin typeface="Verdana"/>
                          <a:cs typeface="Verdana"/>
                        </a:rPr>
                        <a:t>minutos</a:t>
                      </a:r>
                      <a:endParaRPr sz="1150">
                        <a:latin typeface="Verdana"/>
                        <a:cs typeface="Verdana"/>
                      </a:endParaRPr>
                    </a:p>
                  </a:txBody>
                  <a:tcPr marL="0" marR="0" marT="110489" marB="0">
                    <a:lnL w="9525">
                      <a:solidFill>
                        <a:srgbClr val="FFFBF5"/>
                      </a:solidFill>
                      <a:prstDash val="solid"/>
                    </a:lnL>
                    <a:lnR w="12700">
                      <a:solidFill>
                        <a:srgbClr val="7E7E7E"/>
                      </a:solidFill>
                      <a:prstDash val="solid"/>
                    </a:lnR>
                    <a:solidFill>
                      <a:srgbClr val="000000">
                        <a:alpha val="3921"/>
                      </a:srgbClr>
                    </a:solidFill>
                  </a:tcPr>
                </a:tc>
                <a:extLst>
                  <a:ext uri="{0D108BD9-81ED-4DB2-BD59-A6C34878D82A}">
                    <a16:rowId xmlns:a16="http://schemas.microsoft.com/office/drawing/2014/main" val="10003"/>
                  </a:ext>
                </a:extLst>
              </a:tr>
              <a:tr h="676275">
                <a:tc>
                  <a:txBody>
                    <a:bodyPr/>
                    <a:lstStyle/>
                    <a:p>
                      <a:pPr marL="153670" marR="1004569">
                        <a:lnSpc>
                          <a:spcPct val="136500"/>
                        </a:lnSpc>
                        <a:spcBef>
                          <a:spcPts val="210"/>
                        </a:spcBef>
                      </a:pPr>
                      <a:r>
                        <a:rPr sz="1150" b="1" dirty="0">
                          <a:solidFill>
                            <a:srgbClr val="2B404F"/>
                          </a:solidFill>
                          <a:latin typeface="Verdana"/>
                          <a:cs typeface="Verdana"/>
                        </a:rPr>
                        <a:t>Modelo</a:t>
                      </a:r>
                      <a:r>
                        <a:rPr sz="1150" b="1" spc="-150" dirty="0">
                          <a:solidFill>
                            <a:srgbClr val="2B404F"/>
                          </a:solidFill>
                          <a:latin typeface="Verdana"/>
                          <a:cs typeface="Verdana"/>
                        </a:rPr>
                        <a:t> </a:t>
                      </a:r>
                      <a:r>
                        <a:rPr sz="1150" b="1" spc="-35" dirty="0">
                          <a:solidFill>
                            <a:srgbClr val="2B404F"/>
                          </a:solidFill>
                          <a:latin typeface="Verdana"/>
                          <a:cs typeface="Verdana"/>
                        </a:rPr>
                        <a:t>de </a:t>
                      </a:r>
                      <a:r>
                        <a:rPr sz="1150" b="1" spc="-40" dirty="0">
                          <a:solidFill>
                            <a:srgbClr val="2B404F"/>
                          </a:solidFill>
                          <a:latin typeface="Verdana"/>
                          <a:cs typeface="Verdana"/>
                        </a:rPr>
                        <a:t>facturación</a:t>
                      </a:r>
                      <a:endParaRPr sz="1150">
                        <a:latin typeface="Verdana"/>
                        <a:cs typeface="Verdana"/>
                      </a:endParaRPr>
                    </a:p>
                  </a:txBody>
                  <a:tcPr marL="0" marR="0" marT="26670" marB="0">
                    <a:lnL w="12700">
                      <a:solidFill>
                        <a:srgbClr val="7E7E7E"/>
                      </a:solidFill>
                      <a:prstDash val="solid"/>
                    </a:lnL>
                    <a:lnR w="9525">
                      <a:solidFill>
                        <a:srgbClr val="FFFBF5"/>
                      </a:solidFill>
                      <a:prstDash val="solid"/>
                    </a:lnR>
                    <a:solidFill>
                      <a:srgbClr val="FFFFFF">
                        <a:alpha val="3921"/>
                      </a:srgbClr>
                    </a:solidFill>
                  </a:tcPr>
                </a:tc>
                <a:tc>
                  <a:txBody>
                    <a:bodyPr/>
                    <a:lstStyle/>
                    <a:p>
                      <a:pPr marL="154305">
                        <a:lnSpc>
                          <a:spcPct val="100000"/>
                        </a:lnSpc>
                        <a:spcBef>
                          <a:spcPts val="944"/>
                        </a:spcBef>
                      </a:pPr>
                      <a:r>
                        <a:rPr sz="1150" dirty="0">
                          <a:solidFill>
                            <a:srgbClr val="2B404F"/>
                          </a:solidFill>
                          <a:latin typeface="Verdana"/>
                          <a:cs typeface="Verdana"/>
                        </a:rPr>
                        <a:t>Por</a:t>
                      </a:r>
                      <a:r>
                        <a:rPr sz="1150" spc="-30" dirty="0">
                          <a:solidFill>
                            <a:srgbClr val="2B404F"/>
                          </a:solidFill>
                          <a:latin typeface="Verdana"/>
                          <a:cs typeface="Verdana"/>
                        </a:rPr>
                        <a:t> </a:t>
                      </a:r>
                      <a:r>
                        <a:rPr sz="1150" dirty="0">
                          <a:solidFill>
                            <a:srgbClr val="2B404F"/>
                          </a:solidFill>
                          <a:latin typeface="Verdana"/>
                          <a:cs typeface="Verdana"/>
                        </a:rPr>
                        <a:t>hora</a:t>
                      </a:r>
                      <a:r>
                        <a:rPr sz="1150" spc="-25" dirty="0">
                          <a:solidFill>
                            <a:srgbClr val="2B404F"/>
                          </a:solidFill>
                          <a:latin typeface="Verdana"/>
                          <a:cs typeface="Verdana"/>
                        </a:rPr>
                        <a:t> </a:t>
                      </a:r>
                      <a:r>
                        <a:rPr sz="1150" dirty="0">
                          <a:solidFill>
                            <a:srgbClr val="2B404F"/>
                          </a:solidFill>
                          <a:latin typeface="Verdana"/>
                          <a:cs typeface="Verdana"/>
                        </a:rPr>
                        <a:t>de</a:t>
                      </a:r>
                      <a:r>
                        <a:rPr sz="1150" spc="50" dirty="0">
                          <a:solidFill>
                            <a:srgbClr val="2B404F"/>
                          </a:solidFill>
                          <a:latin typeface="Verdana"/>
                          <a:cs typeface="Verdana"/>
                        </a:rPr>
                        <a:t> </a:t>
                      </a:r>
                      <a:r>
                        <a:rPr sz="1150" dirty="0">
                          <a:solidFill>
                            <a:srgbClr val="2B404F"/>
                          </a:solidFill>
                          <a:latin typeface="Verdana"/>
                          <a:cs typeface="Verdana"/>
                        </a:rPr>
                        <a:t>VM</a:t>
                      </a:r>
                      <a:r>
                        <a:rPr sz="1150" spc="65" dirty="0">
                          <a:solidFill>
                            <a:srgbClr val="2B404F"/>
                          </a:solidFill>
                          <a:latin typeface="Verdana"/>
                          <a:cs typeface="Verdana"/>
                        </a:rPr>
                        <a:t> </a:t>
                      </a:r>
                      <a:r>
                        <a:rPr sz="1150" dirty="0">
                          <a:solidFill>
                            <a:srgbClr val="2B404F"/>
                          </a:solidFill>
                          <a:latin typeface="Verdana"/>
                          <a:cs typeface="Verdana"/>
                        </a:rPr>
                        <a:t>activa</a:t>
                      </a:r>
                      <a:r>
                        <a:rPr sz="1150" spc="-45" dirty="0">
                          <a:solidFill>
                            <a:srgbClr val="2B404F"/>
                          </a:solidFill>
                          <a:latin typeface="Verdana"/>
                          <a:cs typeface="Verdana"/>
                        </a:rPr>
                        <a:t> </a:t>
                      </a:r>
                      <a:r>
                        <a:rPr sz="1150" dirty="0">
                          <a:solidFill>
                            <a:srgbClr val="2B404F"/>
                          </a:solidFill>
                          <a:latin typeface="Verdana"/>
                          <a:cs typeface="Verdana"/>
                        </a:rPr>
                        <a:t>(incluso</a:t>
                      </a:r>
                      <a:r>
                        <a:rPr sz="1150" spc="-40" dirty="0">
                          <a:solidFill>
                            <a:srgbClr val="2B404F"/>
                          </a:solidFill>
                          <a:latin typeface="Verdana"/>
                          <a:cs typeface="Verdana"/>
                        </a:rPr>
                        <a:t> </a:t>
                      </a:r>
                      <a:r>
                        <a:rPr sz="1150" dirty="0">
                          <a:solidFill>
                            <a:srgbClr val="2B404F"/>
                          </a:solidFill>
                          <a:latin typeface="Verdana"/>
                          <a:cs typeface="Verdana"/>
                        </a:rPr>
                        <a:t>sin</a:t>
                      </a:r>
                      <a:r>
                        <a:rPr sz="1150" spc="-40" dirty="0">
                          <a:solidFill>
                            <a:srgbClr val="2B404F"/>
                          </a:solidFill>
                          <a:latin typeface="Verdana"/>
                          <a:cs typeface="Verdana"/>
                        </a:rPr>
                        <a:t> </a:t>
                      </a:r>
                      <a:r>
                        <a:rPr sz="1150" spc="-10" dirty="0">
                          <a:solidFill>
                            <a:srgbClr val="2B404F"/>
                          </a:solidFill>
                          <a:latin typeface="Verdana"/>
                          <a:cs typeface="Verdana"/>
                        </a:rPr>
                        <a:t>carga)</a:t>
                      </a:r>
                      <a:endParaRPr sz="1150">
                        <a:latin typeface="Verdana"/>
                        <a:cs typeface="Verdana"/>
                      </a:endParaRPr>
                    </a:p>
                  </a:txBody>
                  <a:tcPr marL="0" marR="0" marT="120014" marB="0">
                    <a:lnL w="9525">
                      <a:solidFill>
                        <a:srgbClr val="FFFBF5"/>
                      </a:solidFill>
                      <a:prstDash val="solid"/>
                    </a:lnL>
                    <a:lnR w="9525">
                      <a:solidFill>
                        <a:srgbClr val="FFFBF5"/>
                      </a:solidFill>
                      <a:prstDash val="solid"/>
                    </a:lnR>
                    <a:solidFill>
                      <a:srgbClr val="FFFFFF">
                        <a:alpha val="3921"/>
                      </a:srgbClr>
                    </a:solidFill>
                  </a:tcPr>
                </a:tc>
                <a:tc>
                  <a:txBody>
                    <a:bodyPr/>
                    <a:lstStyle/>
                    <a:p>
                      <a:pPr marL="153035">
                        <a:lnSpc>
                          <a:spcPct val="100000"/>
                        </a:lnSpc>
                        <a:spcBef>
                          <a:spcPts val="944"/>
                        </a:spcBef>
                      </a:pPr>
                      <a:r>
                        <a:rPr sz="1150" dirty="0">
                          <a:solidFill>
                            <a:srgbClr val="2B404F"/>
                          </a:solidFill>
                          <a:latin typeface="Verdana"/>
                          <a:cs typeface="Verdana"/>
                        </a:rPr>
                        <a:t>Por</a:t>
                      </a:r>
                      <a:r>
                        <a:rPr sz="1150" spc="-20" dirty="0">
                          <a:solidFill>
                            <a:srgbClr val="2B404F"/>
                          </a:solidFill>
                          <a:latin typeface="Verdana"/>
                          <a:cs typeface="Verdana"/>
                        </a:rPr>
                        <a:t> </a:t>
                      </a:r>
                      <a:r>
                        <a:rPr sz="1150" dirty="0">
                          <a:solidFill>
                            <a:srgbClr val="2B404F"/>
                          </a:solidFill>
                          <a:latin typeface="Verdana"/>
                          <a:cs typeface="Verdana"/>
                        </a:rPr>
                        <a:t>segundo</a:t>
                      </a:r>
                      <a:r>
                        <a:rPr sz="1150" spc="25" dirty="0">
                          <a:solidFill>
                            <a:srgbClr val="2B404F"/>
                          </a:solidFill>
                          <a:latin typeface="Verdana"/>
                          <a:cs typeface="Verdana"/>
                        </a:rPr>
                        <a:t> </a:t>
                      </a:r>
                      <a:r>
                        <a:rPr sz="1150" dirty="0">
                          <a:solidFill>
                            <a:srgbClr val="2B404F"/>
                          </a:solidFill>
                          <a:latin typeface="Verdana"/>
                          <a:cs typeface="Verdana"/>
                        </a:rPr>
                        <a:t>de</a:t>
                      </a:r>
                      <a:r>
                        <a:rPr sz="1150" spc="55" dirty="0">
                          <a:solidFill>
                            <a:srgbClr val="2B404F"/>
                          </a:solidFill>
                          <a:latin typeface="Verdana"/>
                          <a:cs typeface="Verdana"/>
                        </a:rPr>
                        <a:t> </a:t>
                      </a:r>
                      <a:r>
                        <a:rPr sz="1150" dirty="0">
                          <a:solidFill>
                            <a:srgbClr val="2B404F"/>
                          </a:solidFill>
                          <a:latin typeface="Verdana"/>
                          <a:cs typeface="Verdana"/>
                        </a:rPr>
                        <a:t>uso</a:t>
                      </a:r>
                      <a:r>
                        <a:rPr sz="1150" spc="-20" dirty="0">
                          <a:solidFill>
                            <a:srgbClr val="2B404F"/>
                          </a:solidFill>
                          <a:latin typeface="Verdana"/>
                          <a:cs typeface="Verdana"/>
                        </a:rPr>
                        <a:t> </a:t>
                      </a:r>
                      <a:r>
                        <a:rPr sz="1150" dirty="0">
                          <a:solidFill>
                            <a:srgbClr val="2B404F"/>
                          </a:solidFill>
                          <a:latin typeface="Verdana"/>
                          <a:cs typeface="Verdana"/>
                        </a:rPr>
                        <a:t>real</a:t>
                      </a:r>
                      <a:r>
                        <a:rPr sz="1150" spc="-5" dirty="0">
                          <a:solidFill>
                            <a:srgbClr val="2B404F"/>
                          </a:solidFill>
                          <a:latin typeface="Verdana"/>
                          <a:cs typeface="Verdana"/>
                        </a:rPr>
                        <a:t> </a:t>
                      </a:r>
                      <a:r>
                        <a:rPr sz="1150" spc="-10" dirty="0">
                          <a:solidFill>
                            <a:srgbClr val="2B404F"/>
                          </a:solidFill>
                          <a:latin typeface="Verdana"/>
                          <a:cs typeface="Verdana"/>
                        </a:rPr>
                        <a:t>efectivo</a:t>
                      </a:r>
                      <a:endParaRPr sz="1150">
                        <a:latin typeface="Verdana"/>
                        <a:cs typeface="Verdana"/>
                      </a:endParaRPr>
                    </a:p>
                  </a:txBody>
                  <a:tcPr marL="0" marR="0" marT="120014" marB="0">
                    <a:lnL w="9525">
                      <a:solidFill>
                        <a:srgbClr val="FFFBF5"/>
                      </a:solidFill>
                      <a:prstDash val="solid"/>
                    </a:lnL>
                    <a:lnR w="12700">
                      <a:solidFill>
                        <a:srgbClr val="7E7E7E"/>
                      </a:solidFill>
                      <a:prstDash val="solid"/>
                    </a:lnR>
                    <a:solidFill>
                      <a:srgbClr val="FFFFFF">
                        <a:alpha val="3921"/>
                      </a:srgbClr>
                    </a:solidFill>
                  </a:tcPr>
                </a:tc>
                <a:extLst>
                  <a:ext uri="{0D108BD9-81ED-4DB2-BD59-A6C34878D82A}">
                    <a16:rowId xmlns:a16="http://schemas.microsoft.com/office/drawing/2014/main" val="10004"/>
                  </a:ext>
                </a:extLst>
              </a:tr>
              <a:tr h="442595">
                <a:tc>
                  <a:txBody>
                    <a:bodyPr/>
                    <a:lstStyle/>
                    <a:p>
                      <a:pPr marL="153670">
                        <a:lnSpc>
                          <a:spcPct val="100000"/>
                        </a:lnSpc>
                        <a:spcBef>
                          <a:spcPts val="944"/>
                        </a:spcBef>
                      </a:pPr>
                      <a:r>
                        <a:rPr sz="1150" b="1" spc="-40" dirty="0">
                          <a:solidFill>
                            <a:srgbClr val="2B404F"/>
                          </a:solidFill>
                          <a:latin typeface="Verdana"/>
                          <a:cs typeface="Verdana"/>
                        </a:rPr>
                        <a:t>Mejor</a:t>
                      </a:r>
                      <a:r>
                        <a:rPr sz="1150" b="1" spc="-140" dirty="0">
                          <a:solidFill>
                            <a:srgbClr val="2B404F"/>
                          </a:solidFill>
                          <a:latin typeface="Verdana"/>
                          <a:cs typeface="Verdana"/>
                        </a:rPr>
                        <a:t> </a:t>
                      </a:r>
                      <a:r>
                        <a:rPr sz="1150" b="1" spc="-20" dirty="0">
                          <a:solidFill>
                            <a:srgbClr val="2B404F"/>
                          </a:solidFill>
                          <a:latin typeface="Verdana"/>
                          <a:cs typeface="Verdana"/>
                        </a:rPr>
                        <a:t>caso</a:t>
                      </a:r>
                      <a:r>
                        <a:rPr sz="1150" b="1" spc="-114" dirty="0">
                          <a:solidFill>
                            <a:srgbClr val="2B404F"/>
                          </a:solidFill>
                          <a:latin typeface="Verdana"/>
                          <a:cs typeface="Verdana"/>
                        </a:rPr>
                        <a:t> </a:t>
                      </a:r>
                      <a:r>
                        <a:rPr sz="1150" b="1" spc="-10" dirty="0">
                          <a:solidFill>
                            <a:srgbClr val="2B404F"/>
                          </a:solidFill>
                          <a:latin typeface="Verdana"/>
                          <a:cs typeface="Verdana"/>
                        </a:rPr>
                        <a:t>de</a:t>
                      </a:r>
                      <a:r>
                        <a:rPr sz="1150" b="1" spc="-105" dirty="0">
                          <a:solidFill>
                            <a:srgbClr val="2B404F"/>
                          </a:solidFill>
                          <a:latin typeface="Verdana"/>
                          <a:cs typeface="Verdana"/>
                        </a:rPr>
                        <a:t> </a:t>
                      </a:r>
                      <a:r>
                        <a:rPr sz="1150" b="1" spc="-25" dirty="0">
                          <a:solidFill>
                            <a:srgbClr val="2B404F"/>
                          </a:solidFill>
                          <a:latin typeface="Verdana"/>
                          <a:cs typeface="Verdana"/>
                        </a:rPr>
                        <a:t>uso</a:t>
                      </a:r>
                      <a:endParaRPr sz="1150">
                        <a:latin typeface="Verdana"/>
                        <a:cs typeface="Verdana"/>
                      </a:endParaRPr>
                    </a:p>
                  </a:txBody>
                  <a:tcPr marL="0" marR="0" marT="120014" marB="0">
                    <a:lnL w="12700">
                      <a:solidFill>
                        <a:srgbClr val="7E7E7E"/>
                      </a:solidFill>
                      <a:prstDash val="solid"/>
                    </a:lnL>
                    <a:lnR w="9525">
                      <a:solidFill>
                        <a:srgbClr val="FFFBF5"/>
                      </a:solidFill>
                      <a:prstDash val="solid"/>
                    </a:lnR>
                    <a:lnB w="12700">
                      <a:solidFill>
                        <a:srgbClr val="7E7E7E"/>
                      </a:solidFill>
                      <a:prstDash val="solid"/>
                    </a:lnB>
                    <a:solidFill>
                      <a:srgbClr val="F3F3F3"/>
                    </a:solidFill>
                  </a:tcPr>
                </a:tc>
                <a:tc>
                  <a:txBody>
                    <a:bodyPr/>
                    <a:lstStyle/>
                    <a:p>
                      <a:pPr marL="154305">
                        <a:lnSpc>
                          <a:spcPct val="100000"/>
                        </a:lnSpc>
                        <a:spcBef>
                          <a:spcPts val="944"/>
                        </a:spcBef>
                      </a:pPr>
                      <a:r>
                        <a:rPr sz="1150" dirty="0">
                          <a:solidFill>
                            <a:srgbClr val="2B404F"/>
                          </a:solidFill>
                          <a:latin typeface="Verdana"/>
                          <a:cs typeface="Verdana"/>
                        </a:rPr>
                        <a:t>Entornos</a:t>
                      </a:r>
                      <a:r>
                        <a:rPr sz="1150" spc="5" dirty="0">
                          <a:solidFill>
                            <a:srgbClr val="2B404F"/>
                          </a:solidFill>
                          <a:latin typeface="Verdana"/>
                          <a:cs typeface="Verdana"/>
                        </a:rPr>
                        <a:t> </a:t>
                      </a:r>
                      <a:r>
                        <a:rPr sz="1150" spc="50" dirty="0">
                          <a:solidFill>
                            <a:srgbClr val="2B404F"/>
                          </a:solidFill>
                          <a:latin typeface="Verdana"/>
                          <a:cs typeface="Verdana"/>
                        </a:rPr>
                        <a:t>con</a:t>
                      </a:r>
                      <a:r>
                        <a:rPr sz="1150" spc="150" dirty="0">
                          <a:solidFill>
                            <a:srgbClr val="2B404F"/>
                          </a:solidFill>
                          <a:latin typeface="Verdana"/>
                          <a:cs typeface="Verdana"/>
                        </a:rPr>
                        <a:t> </a:t>
                      </a:r>
                      <a:r>
                        <a:rPr sz="1150" spc="10" dirty="0">
                          <a:solidFill>
                            <a:srgbClr val="2B404F"/>
                          </a:solidFill>
                          <a:latin typeface="Verdana"/>
                          <a:cs typeface="Verdana"/>
                        </a:rPr>
                        <a:t>requisitos</a:t>
                      </a:r>
                      <a:r>
                        <a:rPr sz="1150" spc="60" dirty="0">
                          <a:solidFill>
                            <a:srgbClr val="2B404F"/>
                          </a:solidFill>
                          <a:latin typeface="Verdana"/>
                          <a:cs typeface="Verdana"/>
                        </a:rPr>
                        <a:t> </a:t>
                      </a:r>
                      <a:r>
                        <a:rPr sz="1150" spc="10" dirty="0">
                          <a:solidFill>
                            <a:srgbClr val="2B404F"/>
                          </a:solidFill>
                          <a:latin typeface="Verdana"/>
                          <a:cs typeface="Verdana"/>
                        </a:rPr>
                        <a:t>estrictos</a:t>
                      </a:r>
                      <a:r>
                        <a:rPr sz="1150" spc="80" dirty="0">
                          <a:solidFill>
                            <a:srgbClr val="2B404F"/>
                          </a:solidFill>
                          <a:latin typeface="Verdana"/>
                          <a:cs typeface="Verdana"/>
                        </a:rPr>
                        <a:t> </a:t>
                      </a:r>
                      <a:r>
                        <a:rPr sz="1150" spc="10" dirty="0">
                          <a:solidFill>
                            <a:srgbClr val="2B404F"/>
                          </a:solidFill>
                          <a:latin typeface="Verdana"/>
                          <a:cs typeface="Verdana"/>
                        </a:rPr>
                        <a:t>de</a:t>
                      </a:r>
                      <a:r>
                        <a:rPr sz="1150" spc="105" dirty="0">
                          <a:solidFill>
                            <a:srgbClr val="2B404F"/>
                          </a:solidFill>
                          <a:latin typeface="Verdana"/>
                          <a:cs typeface="Verdana"/>
                        </a:rPr>
                        <a:t> </a:t>
                      </a:r>
                      <a:r>
                        <a:rPr sz="1150" spc="-25" dirty="0">
                          <a:solidFill>
                            <a:srgbClr val="2B404F"/>
                          </a:solidFill>
                          <a:latin typeface="Verdana"/>
                          <a:cs typeface="Verdana"/>
                        </a:rPr>
                        <a:t>red</a:t>
                      </a:r>
                      <a:endParaRPr sz="1150">
                        <a:latin typeface="Verdana"/>
                        <a:cs typeface="Verdana"/>
                      </a:endParaRPr>
                    </a:p>
                  </a:txBody>
                  <a:tcPr marL="0" marR="0" marT="120014" marB="0">
                    <a:lnL w="9525">
                      <a:solidFill>
                        <a:srgbClr val="FFFBF5"/>
                      </a:solidFill>
                      <a:prstDash val="solid"/>
                    </a:lnL>
                    <a:lnR w="9525">
                      <a:solidFill>
                        <a:srgbClr val="FFFBF5"/>
                      </a:solidFill>
                      <a:prstDash val="solid"/>
                    </a:lnR>
                    <a:lnB w="12700">
                      <a:solidFill>
                        <a:srgbClr val="7E7E7E"/>
                      </a:solidFill>
                      <a:prstDash val="solid"/>
                    </a:lnB>
                    <a:solidFill>
                      <a:srgbClr val="F3F3F3"/>
                    </a:solidFill>
                  </a:tcPr>
                </a:tc>
                <a:tc>
                  <a:txBody>
                    <a:bodyPr/>
                    <a:lstStyle/>
                    <a:p>
                      <a:pPr marL="153035">
                        <a:lnSpc>
                          <a:spcPct val="100000"/>
                        </a:lnSpc>
                        <a:spcBef>
                          <a:spcPts val="944"/>
                        </a:spcBef>
                      </a:pPr>
                      <a:r>
                        <a:rPr sz="1150" dirty="0">
                          <a:solidFill>
                            <a:srgbClr val="2B404F"/>
                          </a:solidFill>
                          <a:latin typeface="Verdana"/>
                          <a:cs typeface="Verdana"/>
                        </a:rPr>
                        <a:t>SQL</a:t>
                      </a:r>
                      <a:r>
                        <a:rPr sz="1150" spc="-40" dirty="0">
                          <a:solidFill>
                            <a:srgbClr val="2B404F"/>
                          </a:solidFill>
                          <a:latin typeface="Verdana"/>
                          <a:cs typeface="Verdana"/>
                        </a:rPr>
                        <a:t> </a:t>
                      </a:r>
                      <a:r>
                        <a:rPr sz="1150" dirty="0">
                          <a:solidFill>
                            <a:srgbClr val="2B404F"/>
                          </a:solidFill>
                          <a:latin typeface="Verdana"/>
                          <a:cs typeface="Verdana"/>
                        </a:rPr>
                        <a:t>Analytics,</a:t>
                      </a:r>
                      <a:r>
                        <a:rPr sz="1150" spc="-55" dirty="0">
                          <a:solidFill>
                            <a:srgbClr val="2B404F"/>
                          </a:solidFill>
                          <a:latin typeface="Verdana"/>
                          <a:cs typeface="Verdana"/>
                        </a:rPr>
                        <a:t> </a:t>
                      </a:r>
                      <a:r>
                        <a:rPr sz="1150" spc="50" dirty="0">
                          <a:solidFill>
                            <a:srgbClr val="2B404F"/>
                          </a:solidFill>
                          <a:latin typeface="Verdana"/>
                          <a:cs typeface="Verdana"/>
                        </a:rPr>
                        <a:t>notebooks</a:t>
                      </a:r>
                      <a:r>
                        <a:rPr sz="1150" spc="-5" dirty="0">
                          <a:solidFill>
                            <a:srgbClr val="2B404F"/>
                          </a:solidFill>
                          <a:latin typeface="Verdana"/>
                          <a:cs typeface="Verdana"/>
                        </a:rPr>
                        <a:t> </a:t>
                      </a:r>
                      <a:r>
                        <a:rPr sz="1150" dirty="0">
                          <a:solidFill>
                            <a:srgbClr val="2B404F"/>
                          </a:solidFill>
                          <a:latin typeface="Verdana"/>
                          <a:cs typeface="Verdana"/>
                        </a:rPr>
                        <a:t>livianos,</a:t>
                      </a:r>
                      <a:r>
                        <a:rPr sz="1150" spc="-50" dirty="0">
                          <a:solidFill>
                            <a:srgbClr val="2B404F"/>
                          </a:solidFill>
                          <a:latin typeface="Verdana"/>
                          <a:cs typeface="Verdana"/>
                        </a:rPr>
                        <a:t> </a:t>
                      </a:r>
                      <a:r>
                        <a:rPr sz="1150" spc="-10" dirty="0">
                          <a:solidFill>
                            <a:srgbClr val="2B404F"/>
                          </a:solidFill>
                          <a:latin typeface="Verdana"/>
                          <a:cs typeface="Verdana"/>
                        </a:rPr>
                        <a:t>agilidad</a:t>
                      </a:r>
                      <a:endParaRPr sz="1150">
                        <a:latin typeface="Verdana"/>
                        <a:cs typeface="Verdana"/>
                      </a:endParaRPr>
                    </a:p>
                  </a:txBody>
                  <a:tcPr marL="0" marR="0" marT="120014" marB="0">
                    <a:lnL w="9525">
                      <a:solidFill>
                        <a:srgbClr val="FFFBF5"/>
                      </a:solidFill>
                      <a:prstDash val="solid"/>
                    </a:lnL>
                    <a:lnR w="12700">
                      <a:solidFill>
                        <a:srgbClr val="7E7E7E"/>
                      </a:solidFill>
                      <a:prstDash val="solid"/>
                    </a:lnR>
                    <a:lnB w="12700">
                      <a:solidFill>
                        <a:srgbClr val="7E7E7E"/>
                      </a:solidFill>
                      <a:prstDash val="solid"/>
                    </a:lnB>
                    <a:solidFill>
                      <a:srgbClr val="F3F3F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Marcador de contenido 3">
            <a:extLst>
              <a:ext uri="{FF2B5EF4-FFF2-40B4-BE49-F238E27FC236}">
                <a16:creationId xmlns:a16="http://schemas.microsoft.com/office/drawing/2014/main" id="{2F1B4F25-F6BC-6EE7-4B7E-8C33482DD01E}"/>
              </a:ext>
            </a:extLst>
          </p:cNvPr>
          <p:cNvPicPr>
            <a:picLocks noGrp="1" noChangeAspect="1"/>
          </p:cNvPicPr>
          <p:nvPr>
            <p:ph idx="1"/>
          </p:nvPr>
        </p:nvPicPr>
        <p:blipFill>
          <a:blip r:embed="rId2"/>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1691757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7292" rIns="0" bIns="0" rtlCol="0">
            <a:spAutoFit/>
          </a:bodyPr>
          <a:lstStyle/>
          <a:p>
            <a:pPr marL="29845">
              <a:lnSpc>
                <a:spcPct val="100000"/>
              </a:lnSpc>
              <a:spcBef>
                <a:spcPts val="100"/>
              </a:spcBef>
            </a:pPr>
            <a:r>
              <a:rPr spc="105" dirty="0"/>
              <a:t>Databricks</a:t>
            </a:r>
            <a:r>
              <a:rPr spc="-130" dirty="0"/>
              <a:t> </a:t>
            </a:r>
            <a:r>
              <a:rPr spc="65" dirty="0"/>
              <a:t>Runtime</a:t>
            </a:r>
            <a:r>
              <a:rPr spc="-135" dirty="0"/>
              <a:t> </a:t>
            </a:r>
            <a:r>
              <a:rPr spc="-10" dirty="0"/>
              <a:t>(DBR)</a:t>
            </a:r>
          </a:p>
        </p:txBody>
      </p:sp>
      <p:sp>
        <p:nvSpPr>
          <p:cNvPr id="3" name="object 3"/>
          <p:cNvSpPr txBox="1"/>
          <p:nvPr/>
        </p:nvSpPr>
        <p:spPr>
          <a:xfrm>
            <a:off x="586841" y="1708835"/>
            <a:ext cx="9755505" cy="519430"/>
          </a:xfrm>
          <a:prstGeom prst="rect">
            <a:avLst/>
          </a:prstGeom>
        </p:spPr>
        <p:txBody>
          <a:bodyPr vert="horz" wrap="square" lIns="0" tIns="12700" rIns="0" bIns="0" rtlCol="0">
            <a:spAutoFit/>
          </a:bodyPr>
          <a:lstStyle/>
          <a:p>
            <a:pPr marL="12700" marR="5080">
              <a:lnSpc>
                <a:spcPct val="140900"/>
              </a:lnSpc>
              <a:spcBef>
                <a:spcPts val="100"/>
              </a:spcBef>
            </a:pPr>
            <a:r>
              <a:rPr sz="1150" dirty="0">
                <a:solidFill>
                  <a:srgbClr val="2B404F"/>
                </a:solidFill>
                <a:latin typeface="Tahoma"/>
                <a:cs typeface="Tahoma"/>
              </a:rPr>
              <a:t>El</a:t>
            </a:r>
            <a:r>
              <a:rPr sz="1150" spc="-70" dirty="0">
                <a:solidFill>
                  <a:srgbClr val="2B404F"/>
                </a:solidFill>
                <a:latin typeface="Tahoma"/>
                <a:cs typeface="Tahoma"/>
              </a:rPr>
              <a:t> </a:t>
            </a:r>
            <a:r>
              <a:rPr sz="1150" dirty="0">
                <a:solidFill>
                  <a:srgbClr val="2B404F"/>
                </a:solidFill>
                <a:latin typeface="Tahoma"/>
                <a:cs typeface="Tahoma"/>
              </a:rPr>
              <a:t>DBR</a:t>
            </a:r>
            <a:r>
              <a:rPr sz="1150" spc="-70" dirty="0">
                <a:solidFill>
                  <a:srgbClr val="2B404F"/>
                </a:solidFill>
                <a:latin typeface="Tahoma"/>
                <a:cs typeface="Tahoma"/>
              </a:rPr>
              <a:t> </a:t>
            </a:r>
            <a:r>
              <a:rPr sz="1150" dirty="0">
                <a:solidFill>
                  <a:srgbClr val="2B404F"/>
                </a:solidFill>
                <a:latin typeface="Tahoma"/>
                <a:cs typeface="Tahoma"/>
              </a:rPr>
              <a:t>es</a:t>
            </a:r>
            <a:r>
              <a:rPr sz="1150" spc="-75" dirty="0">
                <a:solidFill>
                  <a:srgbClr val="2B404F"/>
                </a:solidFill>
                <a:latin typeface="Tahoma"/>
                <a:cs typeface="Tahoma"/>
              </a:rPr>
              <a:t> </a:t>
            </a:r>
            <a:r>
              <a:rPr sz="1150" dirty="0">
                <a:solidFill>
                  <a:srgbClr val="2B404F"/>
                </a:solidFill>
                <a:latin typeface="Tahoma"/>
                <a:cs typeface="Tahoma"/>
              </a:rPr>
              <a:t>el</a:t>
            </a:r>
            <a:r>
              <a:rPr sz="1150" spc="-90" dirty="0">
                <a:solidFill>
                  <a:srgbClr val="2B404F"/>
                </a:solidFill>
                <a:latin typeface="Tahoma"/>
                <a:cs typeface="Tahoma"/>
              </a:rPr>
              <a:t> </a:t>
            </a:r>
            <a:r>
              <a:rPr sz="1150" spc="-10" dirty="0">
                <a:solidFill>
                  <a:srgbClr val="2B404F"/>
                </a:solidFill>
                <a:latin typeface="Tahoma"/>
                <a:cs typeface="Tahoma"/>
              </a:rPr>
              <a:t>entorno</a:t>
            </a:r>
            <a:r>
              <a:rPr sz="1150" spc="-65" dirty="0">
                <a:solidFill>
                  <a:srgbClr val="2B404F"/>
                </a:solidFill>
                <a:latin typeface="Tahoma"/>
                <a:cs typeface="Tahoma"/>
              </a:rPr>
              <a:t> </a:t>
            </a:r>
            <a:r>
              <a:rPr sz="1150" dirty="0">
                <a:solidFill>
                  <a:srgbClr val="2B404F"/>
                </a:solidFill>
                <a:latin typeface="Tahoma"/>
                <a:cs typeface="Tahoma"/>
              </a:rPr>
              <a:t>de</a:t>
            </a:r>
            <a:r>
              <a:rPr sz="1150" spc="-75" dirty="0">
                <a:solidFill>
                  <a:srgbClr val="2B404F"/>
                </a:solidFill>
                <a:latin typeface="Tahoma"/>
                <a:cs typeface="Tahoma"/>
              </a:rPr>
              <a:t> </a:t>
            </a:r>
            <a:r>
              <a:rPr sz="1150" dirty="0">
                <a:solidFill>
                  <a:srgbClr val="2B404F"/>
                </a:solidFill>
                <a:latin typeface="Tahoma"/>
                <a:cs typeface="Tahoma"/>
              </a:rPr>
              <a:t>ejecución</a:t>
            </a:r>
            <a:r>
              <a:rPr sz="1150" spc="-105" dirty="0">
                <a:solidFill>
                  <a:srgbClr val="2B404F"/>
                </a:solidFill>
                <a:latin typeface="Tahoma"/>
                <a:cs typeface="Tahoma"/>
              </a:rPr>
              <a:t> </a:t>
            </a:r>
            <a:r>
              <a:rPr sz="1150" dirty="0">
                <a:solidFill>
                  <a:srgbClr val="2B404F"/>
                </a:solidFill>
                <a:latin typeface="Tahoma"/>
                <a:cs typeface="Tahoma"/>
              </a:rPr>
              <a:t>que</a:t>
            </a:r>
            <a:r>
              <a:rPr sz="1150" spc="-85" dirty="0">
                <a:solidFill>
                  <a:srgbClr val="2B404F"/>
                </a:solidFill>
                <a:latin typeface="Tahoma"/>
                <a:cs typeface="Tahoma"/>
              </a:rPr>
              <a:t> </a:t>
            </a:r>
            <a:r>
              <a:rPr sz="1150" dirty="0">
                <a:solidFill>
                  <a:srgbClr val="2B404F"/>
                </a:solidFill>
                <a:latin typeface="Tahoma"/>
                <a:cs typeface="Tahoma"/>
              </a:rPr>
              <a:t>corre</a:t>
            </a:r>
            <a:r>
              <a:rPr sz="1150" spc="-65" dirty="0">
                <a:solidFill>
                  <a:srgbClr val="2B404F"/>
                </a:solidFill>
                <a:latin typeface="Tahoma"/>
                <a:cs typeface="Tahoma"/>
              </a:rPr>
              <a:t> </a:t>
            </a:r>
            <a:r>
              <a:rPr sz="1150" spc="-10" dirty="0">
                <a:solidFill>
                  <a:srgbClr val="2B404F"/>
                </a:solidFill>
                <a:latin typeface="Tahoma"/>
                <a:cs typeface="Tahoma"/>
              </a:rPr>
              <a:t>en</a:t>
            </a:r>
            <a:r>
              <a:rPr sz="1150" spc="-80" dirty="0">
                <a:solidFill>
                  <a:srgbClr val="2B404F"/>
                </a:solidFill>
                <a:latin typeface="Tahoma"/>
                <a:cs typeface="Tahoma"/>
              </a:rPr>
              <a:t> </a:t>
            </a:r>
            <a:r>
              <a:rPr sz="1150" dirty="0">
                <a:solidFill>
                  <a:srgbClr val="2B404F"/>
                </a:solidFill>
                <a:latin typeface="Tahoma"/>
                <a:cs typeface="Tahoma"/>
              </a:rPr>
              <a:t>cada</a:t>
            </a:r>
            <a:r>
              <a:rPr sz="1150" spc="-60" dirty="0">
                <a:solidFill>
                  <a:srgbClr val="2B404F"/>
                </a:solidFill>
                <a:latin typeface="Tahoma"/>
                <a:cs typeface="Tahoma"/>
              </a:rPr>
              <a:t> </a:t>
            </a:r>
            <a:r>
              <a:rPr sz="1150" dirty="0">
                <a:solidFill>
                  <a:srgbClr val="2B404F"/>
                </a:solidFill>
                <a:latin typeface="Tahoma"/>
                <a:cs typeface="Tahoma"/>
              </a:rPr>
              <a:t>cluster.</a:t>
            </a:r>
            <a:r>
              <a:rPr sz="1150" spc="-100" dirty="0">
                <a:solidFill>
                  <a:srgbClr val="2B404F"/>
                </a:solidFill>
                <a:latin typeface="Tahoma"/>
                <a:cs typeface="Tahoma"/>
              </a:rPr>
              <a:t> </a:t>
            </a:r>
            <a:r>
              <a:rPr sz="1150" dirty="0">
                <a:solidFill>
                  <a:srgbClr val="2B404F"/>
                </a:solidFill>
                <a:latin typeface="Tahoma"/>
                <a:cs typeface="Tahoma"/>
              </a:rPr>
              <a:t>La</a:t>
            </a:r>
            <a:r>
              <a:rPr sz="1150" spc="-65" dirty="0">
                <a:solidFill>
                  <a:srgbClr val="2B404F"/>
                </a:solidFill>
                <a:latin typeface="Tahoma"/>
                <a:cs typeface="Tahoma"/>
              </a:rPr>
              <a:t> </a:t>
            </a:r>
            <a:r>
              <a:rPr sz="1150" spc="-10" dirty="0">
                <a:solidFill>
                  <a:srgbClr val="2B404F"/>
                </a:solidFill>
                <a:latin typeface="Tahoma"/>
                <a:cs typeface="Tahoma"/>
              </a:rPr>
              <a:t>versión</a:t>
            </a:r>
            <a:r>
              <a:rPr sz="1150" spc="-60" dirty="0">
                <a:solidFill>
                  <a:srgbClr val="2B404F"/>
                </a:solidFill>
                <a:latin typeface="Tahoma"/>
                <a:cs typeface="Tahoma"/>
              </a:rPr>
              <a:t> </a:t>
            </a:r>
            <a:r>
              <a:rPr sz="1150" spc="-10" dirty="0">
                <a:solidFill>
                  <a:srgbClr val="2B404F"/>
                </a:solidFill>
                <a:latin typeface="Tahoma"/>
                <a:cs typeface="Tahoma"/>
              </a:rPr>
              <a:t>elegida</a:t>
            </a:r>
            <a:r>
              <a:rPr sz="1150" spc="-95" dirty="0">
                <a:solidFill>
                  <a:srgbClr val="2B404F"/>
                </a:solidFill>
                <a:latin typeface="Tahoma"/>
                <a:cs typeface="Tahoma"/>
              </a:rPr>
              <a:t> </a:t>
            </a:r>
            <a:r>
              <a:rPr sz="1150" spc="-10" dirty="0">
                <a:solidFill>
                  <a:srgbClr val="2B404F"/>
                </a:solidFill>
                <a:latin typeface="Tahoma"/>
                <a:cs typeface="Tahoma"/>
              </a:rPr>
              <a:t>determina</a:t>
            </a:r>
            <a:r>
              <a:rPr sz="1150" spc="-105" dirty="0">
                <a:solidFill>
                  <a:srgbClr val="2B404F"/>
                </a:solidFill>
                <a:latin typeface="Tahoma"/>
                <a:cs typeface="Tahoma"/>
              </a:rPr>
              <a:t> </a:t>
            </a:r>
            <a:r>
              <a:rPr sz="1150" dirty="0">
                <a:solidFill>
                  <a:srgbClr val="2B404F"/>
                </a:solidFill>
                <a:latin typeface="Tahoma"/>
                <a:cs typeface="Tahoma"/>
              </a:rPr>
              <a:t>las</a:t>
            </a:r>
            <a:r>
              <a:rPr sz="1150" spc="-60" dirty="0">
                <a:solidFill>
                  <a:srgbClr val="2B404F"/>
                </a:solidFill>
                <a:latin typeface="Tahoma"/>
                <a:cs typeface="Tahoma"/>
              </a:rPr>
              <a:t> </a:t>
            </a:r>
            <a:r>
              <a:rPr sz="1150" dirty="0">
                <a:solidFill>
                  <a:srgbClr val="2B404F"/>
                </a:solidFill>
                <a:latin typeface="Tahoma"/>
                <a:cs typeface="Tahoma"/>
              </a:rPr>
              <a:t>librerías</a:t>
            </a:r>
            <a:r>
              <a:rPr sz="1150" spc="-75" dirty="0">
                <a:solidFill>
                  <a:srgbClr val="2B404F"/>
                </a:solidFill>
                <a:latin typeface="Tahoma"/>
                <a:cs typeface="Tahoma"/>
              </a:rPr>
              <a:t> </a:t>
            </a:r>
            <a:r>
              <a:rPr sz="1150" dirty="0">
                <a:solidFill>
                  <a:srgbClr val="2B404F"/>
                </a:solidFill>
                <a:latin typeface="Tahoma"/>
                <a:cs typeface="Tahoma"/>
              </a:rPr>
              <a:t>disponibles,</a:t>
            </a:r>
            <a:r>
              <a:rPr sz="1150" spc="-75" dirty="0">
                <a:solidFill>
                  <a:srgbClr val="2B404F"/>
                </a:solidFill>
                <a:latin typeface="Tahoma"/>
                <a:cs typeface="Tahoma"/>
              </a:rPr>
              <a:t> </a:t>
            </a:r>
            <a:r>
              <a:rPr sz="1150" dirty="0">
                <a:solidFill>
                  <a:srgbClr val="2B404F"/>
                </a:solidFill>
                <a:latin typeface="Tahoma"/>
                <a:cs typeface="Tahoma"/>
              </a:rPr>
              <a:t>el</a:t>
            </a:r>
            <a:r>
              <a:rPr sz="1150" spc="-95" dirty="0">
                <a:solidFill>
                  <a:srgbClr val="2B404F"/>
                </a:solidFill>
                <a:latin typeface="Tahoma"/>
                <a:cs typeface="Tahoma"/>
              </a:rPr>
              <a:t> </a:t>
            </a:r>
            <a:r>
              <a:rPr sz="1150" dirty="0">
                <a:solidFill>
                  <a:srgbClr val="2B404F"/>
                </a:solidFill>
                <a:latin typeface="Tahoma"/>
                <a:cs typeface="Tahoma"/>
              </a:rPr>
              <a:t>rendimiento</a:t>
            </a:r>
            <a:r>
              <a:rPr sz="1150" spc="-90" dirty="0">
                <a:solidFill>
                  <a:srgbClr val="2B404F"/>
                </a:solidFill>
                <a:latin typeface="Tahoma"/>
                <a:cs typeface="Tahoma"/>
              </a:rPr>
              <a:t> </a:t>
            </a:r>
            <a:r>
              <a:rPr sz="1150" spc="-65" dirty="0">
                <a:solidFill>
                  <a:srgbClr val="2B404F"/>
                </a:solidFill>
                <a:latin typeface="Tahoma"/>
                <a:cs typeface="Tahoma"/>
              </a:rPr>
              <a:t>y</a:t>
            </a:r>
            <a:r>
              <a:rPr sz="1150" spc="-55" dirty="0">
                <a:solidFill>
                  <a:srgbClr val="2B404F"/>
                </a:solidFill>
                <a:latin typeface="Tahoma"/>
                <a:cs typeface="Tahoma"/>
              </a:rPr>
              <a:t> </a:t>
            </a:r>
            <a:r>
              <a:rPr sz="1150" dirty="0">
                <a:solidFill>
                  <a:srgbClr val="2B404F"/>
                </a:solidFill>
                <a:latin typeface="Tahoma"/>
                <a:cs typeface="Tahoma"/>
              </a:rPr>
              <a:t>la</a:t>
            </a:r>
            <a:r>
              <a:rPr sz="1150" spc="-65" dirty="0">
                <a:solidFill>
                  <a:srgbClr val="2B404F"/>
                </a:solidFill>
                <a:latin typeface="Tahoma"/>
                <a:cs typeface="Tahoma"/>
              </a:rPr>
              <a:t> </a:t>
            </a:r>
            <a:r>
              <a:rPr sz="1150" dirty="0">
                <a:solidFill>
                  <a:srgbClr val="2B404F"/>
                </a:solidFill>
                <a:latin typeface="Tahoma"/>
                <a:cs typeface="Tahoma"/>
              </a:rPr>
              <a:t>compatibilidad.</a:t>
            </a:r>
            <a:r>
              <a:rPr sz="1150" spc="-75" dirty="0">
                <a:solidFill>
                  <a:srgbClr val="2B404F"/>
                </a:solidFill>
                <a:latin typeface="Tahoma"/>
                <a:cs typeface="Tahoma"/>
              </a:rPr>
              <a:t> </a:t>
            </a:r>
            <a:r>
              <a:rPr sz="1150" spc="-20" dirty="0">
                <a:solidFill>
                  <a:srgbClr val="2B404F"/>
                </a:solidFill>
                <a:latin typeface="Tahoma"/>
                <a:cs typeface="Tahoma"/>
              </a:rPr>
              <a:t>Para </a:t>
            </a:r>
            <a:r>
              <a:rPr sz="1150" dirty="0">
                <a:solidFill>
                  <a:srgbClr val="2B404F"/>
                </a:solidFill>
                <a:latin typeface="Tahoma"/>
                <a:cs typeface="Tahoma"/>
              </a:rPr>
              <a:t>producción,</a:t>
            </a:r>
            <a:r>
              <a:rPr sz="1150" spc="-80" dirty="0">
                <a:solidFill>
                  <a:srgbClr val="2B404F"/>
                </a:solidFill>
                <a:latin typeface="Tahoma"/>
                <a:cs typeface="Tahoma"/>
              </a:rPr>
              <a:t> </a:t>
            </a:r>
            <a:r>
              <a:rPr sz="1150" dirty="0">
                <a:solidFill>
                  <a:srgbClr val="2B404F"/>
                </a:solidFill>
                <a:latin typeface="Tahoma"/>
                <a:cs typeface="Tahoma"/>
              </a:rPr>
              <a:t>siempre</a:t>
            </a:r>
            <a:r>
              <a:rPr sz="1150" spc="-105" dirty="0">
                <a:solidFill>
                  <a:srgbClr val="2B404F"/>
                </a:solidFill>
                <a:latin typeface="Tahoma"/>
                <a:cs typeface="Tahoma"/>
              </a:rPr>
              <a:t> </a:t>
            </a:r>
            <a:r>
              <a:rPr sz="1150" dirty="0">
                <a:solidFill>
                  <a:srgbClr val="2B404F"/>
                </a:solidFill>
                <a:latin typeface="Tahoma"/>
                <a:cs typeface="Tahoma"/>
              </a:rPr>
              <a:t>se</a:t>
            </a:r>
            <a:r>
              <a:rPr sz="1150" spc="-80" dirty="0">
                <a:solidFill>
                  <a:srgbClr val="2B404F"/>
                </a:solidFill>
                <a:latin typeface="Tahoma"/>
                <a:cs typeface="Tahoma"/>
              </a:rPr>
              <a:t> </a:t>
            </a:r>
            <a:r>
              <a:rPr sz="1150" dirty="0">
                <a:solidFill>
                  <a:srgbClr val="2B404F"/>
                </a:solidFill>
                <a:latin typeface="Tahoma"/>
                <a:cs typeface="Tahoma"/>
              </a:rPr>
              <a:t>recomiendan</a:t>
            </a:r>
            <a:r>
              <a:rPr sz="1150" spc="-90" dirty="0">
                <a:solidFill>
                  <a:srgbClr val="2B404F"/>
                </a:solidFill>
                <a:latin typeface="Tahoma"/>
                <a:cs typeface="Tahoma"/>
              </a:rPr>
              <a:t> </a:t>
            </a:r>
            <a:r>
              <a:rPr sz="1150" dirty="0">
                <a:solidFill>
                  <a:srgbClr val="2B404F"/>
                </a:solidFill>
                <a:latin typeface="Tahoma"/>
                <a:cs typeface="Tahoma"/>
              </a:rPr>
              <a:t>versiones</a:t>
            </a:r>
            <a:r>
              <a:rPr sz="1150" spc="-85" dirty="0">
                <a:solidFill>
                  <a:srgbClr val="2B404F"/>
                </a:solidFill>
                <a:latin typeface="Tahoma"/>
                <a:cs typeface="Tahoma"/>
              </a:rPr>
              <a:t> </a:t>
            </a:r>
            <a:r>
              <a:rPr sz="1150" b="1" spc="-35" dirty="0">
                <a:solidFill>
                  <a:srgbClr val="2B404F"/>
                </a:solidFill>
                <a:latin typeface="Trebuchet MS"/>
                <a:cs typeface="Trebuchet MS"/>
              </a:rPr>
              <a:t>LTS</a:t>
            </a:r>
            <a:r>
              <a:rPr sz="1150" b="1" spc="-75" dirty="0">
                <a:solidFill>
                  <a:srgbClr val="2B404F"/>
                </a:solidFill>
                <a:latin typeface="Trebuchet MS"/>
                <a:cs typeface="Trebuchet MS"/>
              </a:rPr>
              <a:t> </a:t>
            </a:r>
            <a:r>
              <a:rPr sz="1150" b="1" spc="-40" dirty="0">
                <a:solidFill>
                  <a:srgbClr val="2B404F"/>
                </a:solidFill>
                <a:latin typeface="Trebuchet MS"/>
                <a:cs typeface="Trebuchet MS"/>
              </a:rPr>
              <a:t>(Long</a:t>
            </a:r>
            <a:r>
              <a:rPr sz="1150" b="1" spc="-60" dirty="0">
                <a:solidFill>
                  <a:srgbClr val="2B404F"/>
                </a:solidFill>
                <a:latin typeface="Trebuchet MS"/>
                <a:cs typeface="Trebuchet MS"/>
              </a:rPr>
              <a:t> </a:t>
            </a:r>
            <a:r>
              <a:rPr sz="1150" b="1" spc="-55" dirty="0">
                <a:solidFill>
                  <a:srgbClr val="2B404F"/>
                </a:solidFill>
                <a:latin typeface="Trebuchet MS"/>
                <a:cs typeface="Trebuchet MS"/>
              </a:rPr>
              <a:t>Term</a:t>
            </a:r>
            <a:r>
              <a:rPr sz="1150" b="1" spc="-80" dirty="0">
                <a:solidFill>
                  <a:srgbClr val="2B404F"/>
                </a:solidFill>
                <a:latin typeface="Trebuchet MS"/>
                <a:cs typeface="Trebuchet MS"/>
              </a:rPr>
              <a:t> </a:t>
            </a:r>
            <a:r>
              <a:rPr sz="1150" b="1" spc="-25" dirty="0">
                <a:solidFill>
                  <a:srgbClr val="2B404F"/>
                </a:solidFill>
                <a:latin typeface="Trebuchet MS"/>
                <a:cs typeface="Trebuchet MS"/>
              </a:rPr>
              <a:t>Support)</a:t>
            </a:r>
            <a:r>
              <a:rPr sz="1150" b="1" spc="-30" dirty="0">
                <a:solidFill>
                  <a:srgbClr val="2B404F"/>
                </a:solidFill>
                <a:latin typeface="Trebuchet MS"/>
                <a:cs typeface="Trebuchet MS"/>
              </a:rPr>
              <a:t> </a:t>
            </a:r>
            <a:r>
              <a:rPr sz="1150" spc="-10" dirty="0">
                <a:solidFill>
                  <a:srgbClr val="2B404F"/>
                </a:solidFill>
                <a:latin typeface="Tahoma"/>
                <a:cs typeface="Tahoma"/>
              </a:rPr>
              <a:t>por</a:t>
            </a:r>
            <a:r>
              <a:rPr sz="1150" spc="-55" dirty="0">
                <a:solidFill>
                  <a:srgbClr val="2B404F"/>
                </a:solidFill>
                <a:latin typeface="Tahoma"/>
                <a:cs typeface="Tahoma"/>
              </a:rPr>
              <a:t> </a:t>
            </a:r>
            <a:r>
              <a:rPr sz="1150" dirty="0">
                <a:solidFill>
                  <a:srgbClr val="2B404F"/>
                </a:solidFill>
                <a:latin typeface="Tahoma"/>
                <a:cs typeface="Tahoma"/>
              </a:rPr>
              <a:t>su</a:t>
            </a:r>
            <a:r>
              <a:rPr sz="1150" spc="-95" dirty="0">
                <a:solidFill>
                  <a:srgbClr val="2B404F"/>
                </a:solidFill>
                <a:latin typeface="Tahoma"/>
                <a:cs typeface="Tahoma"/>
              </a:rPr>
              <a:t> </a:t>
            </a:r>
            <a:r>
              <a:rPr sz="1150" dirty="0">
                <a:solidFill>
                  <a:srgbClr val="2B404F"/>
                </a:solidFill>
                <a:latin typeface="Tahoma"/>
                <a:cs typeface="Tahoma"/>
              </a:rPr>
              <a:t>estabilidad</a:t>
            </a:r>
            <a:r>
              <a:rPr sz="1150" spc="-70" dirty="0">
                <a:solidFill>
                  <a:srgbClr val="2B404F"/>
                </a:solidFill>
                <a:latin typeface="Tahoma"/>
                <a:cs typeface="Tahoma"/>
              </a:rPr>
              <a:t> </a:t>
            </a:r>
            <a:r>
              <a:rPr sz="1150" spc="-65" dirty="0">
                <a:solidFill>
                  <a:srgbClr val="2B404F"/>
                </a:solidFill>
                <a:latin typeface="Tahoma"/>
                <a:cs typeface="Tahoma"/>
              </a:rPr>
              <a:t>y</a:t>
            </a:r>
            <a:r>
              <a:rPr sz="1150" spc="-80" dirty="0">
                <a:solidFill>
                  <a:srgbClr val="2B404F"/>
                </a:solidFill>
                <a:latin typeface="Tahoma"/>
                <a:cs typeface="Tahoma"/>
              </a:rPr>
              <a:t> </a:t>
            </a:r>
            <a:r>
              <a:rPr sz="1150" dirty="0">
                <a:solidFill>
                  <a:srgbClr val="2B404F"/>
                </a:solidFill>
                <a:latin typeface="Tahoma"/>
                <a:cs typeface="Tahoma"/>
              </a:rPr>
              <a:t>soporte</a:t>
            </a:r>
            <a:r>
              <a:rPr sz="1150" spc="-70" dirty="0">
                <a:solidFill>
                  <a:srgbClr val="2B404F"/>
                </a:solidFill>
                <a:latin typeface="Tahoma"/>
                <a:cs typeface="Tahoma"/>
              </a:rPr>
              <a:t> </a:t>
            </a:r>
            <a:r>
              <a:rPr sz="1150" spc="-10" dirty="0">
                <a:solidFill>
                  <a:srgbClr val="2B404F"/>
                </a:solidFill>
                <a:latin typeface="Tahoma"/>
                <a:cs typeface="Tahoma"/>
              </a:rPr>
              <a:t>extendido.</a:t>
            </a:r>
            <a:endParaRPr sz="1150">
              <a:latin typeface="Tahoma"/>
              <a:cs typeface="Tahoma"/>
            </a:endParaRPr>
          </a:p>
        </p:txBody>
      </p:sp>
      <p:graphicFrame>
        <p:nvGraphicFramePr>
          <p:cNvPr id="4" name="object 4"/>
          <p:cNvGraphicFramePr>
            <a:graphicFrameLocks noGrp="1"/>
          </p:cNvGraphicFramePr>
          <p:nvPr/>
        </p:nvGraphicFramePr>
        <p:xfrm>
          <a:off x="581025" y="2468498"/>
          <a:ext cx="10220325" cy="2922270"/>
        </p:xfrm>
        <a:graphic>
          <a:graphicData uri="http://schemas.openxmlformats.org/drawingml/2006/table">
            <a:tbl>
              <a:tblPr firstRow="1" bandRow="1">
                <a:tableStyleId>{2D5ABB26-0587-4C30-8999-92F81FD0307C}</a:tableStyleId>
              </a:tblPr>
              <a:tblGrid>
                <a:gridCol w="2562225">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gridCol w="2552700">
                  <a:extLst>
                    <a:ext uri="{9D8B030D-6E8A-4147-A177-3AD203B41FA5}">
                      <a16:colId xmlns:a16="http://schemas.microsoft.com/office/drawing/2014/main" val="20002"/>
                    </a:ext>
                  </a:extLst>
                </a:gridCol>
                <a:gridCol w="2552700">
                  <a:extLst>
                    <a:ext uri="{9D8B030D-6E8A-4147-A177-3AD203B41FA5}">
                      <a16:colId xmlns:a16="http://schemas.microsoft.com/office/drawing/2014/main" val="20003"/>
                    </a:ext>
                  </a:extLst>
                </a:gridCol>
              </a:tblGrid>
              <a:tr h="452120">
                <a:tc>
                  <a:txBody>
                    <a:bodyPr/>
                    <a:lstStyle/>
                    <a:p>
                      <a:pPr marL="153670">
                        <a:lnSpc>
                          <a:spcPct val="100000"/>
                        </a:lnSpc>
                        <a:spcBef>
                          <a:spcPts val="980"/>
                        </a:spcBef>
                      </a:pPr>
                      <a:r>
                        <a:rPr sz="1150" b="1" spc="-10" dirty="0">
                          <a:solidFill>
                            <a:srgbClr val="2B404F"/>
                          </a:solidFill>
                          <a:latin typeface="Verdana"/>
                          <a:cs typeface="Verdana"/>
                        </a:rPr>
                        <a:t>Característica</a:t>
                      </a:r>
                      <a:endParaRPr sz="1150">
                        <a:latin typeface="Verdana"/>
                        <a:cs typeface="Verdana"/>
                      </a:endParaRPr>
                    </a:p>
                  </a:txBody>
                  <a:tcPr marL="0" marR="0" marT="124460" marB="0">
                    <a:lnL w="12700">
                      <a:solidFill>
                        <a:srgbClr val="7E7E7E"/>
                      </a:solidFill>
                      <a:prstDash val="solid"/>
                    </a:lnL>
                    <a:lnR w="9525">
                      <a:solidFill>
                        <a:srgbClr val="FFFBF5"/>
                      </a:solidFill>
                      <a:prstDash val="solid"/>
                    </a:lnR>
                    <a:lnT w="12700">
                      <a:solidFill>
                        <a:srgbClr val="7E7E7E"/>
                      </a:solidFill>
                      <a:prstDash val="solid"/>
                    </a:lnT>
                    <a:solidFill>
                      <a:srgbClr val="F1F1F1">
                        <a:alpha val="14901"/>
                      </a:srgbClr>
                    </a:solidFill>
                  </a:tcPr>
                </a:tc>
                <a:tc>
                  <a:txBody>
                    <a:bodyPr/>
                    <a:lstStyle/>
                    <a:p>
                      <a:pPr marL="149860">
                        <a:lnSpc>
                          <a:spcPct val="100000"/>
                        </a:lnSpc>
                        <a:spcBef>
                          <a:spcPts val="980"/>
                        </a:spcBef>
                      </a:pPr>
                      <a:r>
                        <a:rPr sz="1150" b="1" spc="-50" dirty="0">
                          <a:solidFill>
                            <a:srgbClr val="2B404F"/>
                          </a:solidFill>
                          <a:latin typeface="Verdana"/>
                          <a:cs typeface="Verdana"/>
                        </a:rPr>
                        <a:t>DBR</a:t>
                      </a:r>
                      <a:r>
                        <a:rPr sz="1150" b="1" spc="-155" dirty="0">
                          <a:solidFill>
                            <a:srgbClr val="2B404F"/>
                          </a:solidFill>
                          <a:latin typeface="Verdana"/>
                          <a:cs typeface="Verdana"/>
                        </a:rPr>
                        <a:t> </a:t>
                      </a:r>
                      <a:r>
                        <a:rPr sz="1150" b="1" spc="-10" dirty="0">
                          <a:solidFill>
                            <a:srgbClr val="2B404F"/>
                          </a:solidFill>
                          <a:latin typeface="Verdana"/>
                          <a:cs typeface="Verdana"/>
                        </a:rPr>
                        <a:t>Estándar</a:t>
                      </a:r>
                      <a:endParaRPr sz="1150">
                        <a:latin typeface="Verdana"/>
                        <a:cs typeface="Verdana"/>
                      </a:endParaRPr>
                    </a:p>
                  </a:txBody>
                  <a:tcPr marL="0" marR="0" marT="124460" marB="0">
                    <a:lnL w="9525">
                      <a:solidFill>
                        <a:srgbClr val="FFFBF5"/>
                      </a:solidFill>
                      <a:prstDash val="solid"/>
                    </a:lnL>
                    <a:lnR w="9525">
                      <a:solidFill>
                        <a:srgbClr val="FFFBF5"/>
                      </a:solidFill>
                      <a:prstDash val="solid"/>
                    </a:lnR>
                    <a:lnT w="12700">
                      <a:solidFill>
                        <a:srgbClr val="7E7E7E"/>
                      </a:solidFill>
                      <a:prstDash val="solid"/>
                    </a:lnT>
                    <a:solidFill>
                      <a:srgbClr val="FFFFFF">
                        <a:alpha val="3921"/>
                      </a:srgbClr>
                    </a:solidFill>
                  </a:tcPr>
                </a:tc>
                <a:tc>
                  <a:txBody>
                    <a:bodyPr/>
                    <a:lstStyle/>
                    <a:p>
                      <a:pPr marL="149860">
                        <a:lnSpc>
                          <a:spcPct val="100000"/>
                        </a:lnSpc>
                        <a:spcBef>
                          <a:spcPts val="980"/>
                        </a:spcBef>
                      </a:pPr>
                      <a:r>
                        <a:rPr sz="1150" b="1" spc="-50" dirty="0">
                          <a:solidFill>
                            <a:srgbClr val="2B404F"/>
                          </a:solidFill>
                          <a:latin typeface="Verdana"/>
                          <a:cs typeface="Verdana"/>
                        </a:rPr>
                        <a:t>DBR</a:t>
                      </a:r>
                      <a:r>
                        <a:rPr sz="1150" b="1" spc="-155" dirty="0">
                          <a:solidFill>
                            <a:srgbClr val="2B404F"/>
                          </a:solidFill>
                          <a:latin typeface="Verdana"/>
                          <a:cs typeface="Verdana"/>
                        </a:rPr>
                        <a:t> </a:t>
                      </a:r>
                      <a:r>
                        <a:rPr sz="1150" b="1" spc="-25" dirty="0">
                          <a:solidFill>
                            <a:srgbClr val="2B404F"/>
                          </a:solidFill>
                          <a:latin typeface="Verdana"/>
                          <a:cs typeface="Verdana"/>
                        </a:rPr>
                        <a:t>ML</a:t>
                      </a:r>
                      <a:endParaRPr sz="1150">
                        <a:latin typeface="Verdana"/>
                        <a:cs typeface="Verdana"/>
                      </a:endParaRPr>
                    </a:p>
                  </a:txBody>
                  <a:tcPr marL="0" marR="0" marT="124460" marB="0">
                    <a:lnL w="9525">
                      <a:solidFill>
                        <a:srgbClr val="FFFBF5"/>
                      </a:solidFill>
                      <a:prstDash val="solid"/>
                    </a:lnL>
                    <a:lnR w="9525">
                      <a:solidFill>
                        <a:srgbClr val="FFFBF5"/>
                      </a:solidFill>
                      <a:prstDash val="solid"/>
                    </a:lnR>
                    <a:lnT w="12700">
                      <a:solidFill>
                        <a:srgbClr val="7E7E7E"/>
                      </a:solidFill>
                      <a:prstDash val="solid"/>
                    </a:lnT>
                    <a:solidFill>
                      <a:srgbClr val="FFFFFF">
                        <a:alpha val="3921"/>
                      </a:srgbClr>
                    </a:solidFill>
                  </a:tcPr>
                </a:tc>
                <a:tc>
                  <a:txBody>
                    <a:bodyPr/>
                    <a:lstStyle/>
                    <a:p>
                      <a:pPr marL="150495">
                        <a:lnSpc>
                          <a:spcPct val="100000"/>
                        </a:lnSpc>
                        <a:spcBef>
                          <a:spcPts val="980"/>
                        </a:spcBef>
                      </a:pPr>
                      <a:r>
                        <a:rPr sz="1150" b="1" spc="-50" dirty="0">
                          <a:solidFill>
                            <a:srgbClr val="2B404F"/>
                          </a:solidFill>
                          <a:latin typeface="Verdana"/>
                          <a:cs typeface="Verdana"/>
                        </a:rPr>
                        <a:t>DBR</a:t>
                      </a:r>
                      <a:r>
                        <a:rPr sz="1150" b="1" spc="-185" dirty="0">
                          <a:solidFill>
                            <a:srgbClr val="2B404F"/>
                          </a:solidFill>
                          <a:latin typeface="Verdana"/>
                          <a:cs typeface="Verdana"/>
                        </a:rPr>
                        <a:t> </a:t>
                      </a:r>
                      <a:r>
                        <a:rPr sz="1150" b="1" spc="-20" dirty="0">
                          <a:solidFill>
                            <a:srgbClr val="2B404F"/>
                          </a:solidFill>
                          <a:latin typeface="Verdana"/>
                          <a:cs typeface="Verdana"/>
                        </a:rPr>
                        <a:t>con</a:t>
                      </a:r>
                      <a:r>
                        <a:rPr sz="1150" b="1" spc="-105" dirty="0">
                          <a:solidFill>
                            <a:srgbClr val="2B404F"/>
                          </a:solidFill>
                          <a:latin typeface="Verdana"/>
                          <a:cs typeface="Verdana"/>
                        </a:rPr>
                        <a:t> </a:t>
                      </a:r>
                      <a:r>
                        <a:rPr sz="1150" b="1" spc="-10" dirty="0">
                          <a:solidFill>
                            <a:srgbClr val="2B404F"/>
                          </a:solidFill>
                          <a:latin typeface="Verdana"/>
                          <a:cs typeface="Verdana"/>
                        </a:rPr>
                        <a:t>Photon</a:t>
                      </a:r>
                      <a:endParaRPr sz="1150">
                        <a:latin typeface="Verdana"/>
                        <a:cs typeface="Verdana"/>
                      </a:endParaRPr>
                    </a:p>
                  </a:txBody>
                  <a:tcPr marL="0" marR="0" marT="124460" marB="0">
                    <a:lnL w="9525">
                      <a:solidFill>
                        <a:srgbClr val="FFFBF5"/>
                      </a:solidFill>
                      <a:prstDash val="solid"/>
                    </a:lnL>
                    <a:lnR w="12700">
                      <a:solidFill>
                        <a:srgbClr val="7E7E7E"/>
                      </a:solidFill>
                      <a:prstDash val="solid"/>
                    </a:lnR>
                    <a:lnT w="12700">
                      <a:solidFill>
                        <a:srgbClr val="7E7E7E"/>
                      </a:solidFill>
                      <a:prstDash val="solid"/>
                    </a:lnT>
                    <a:solidFill>
                      <a:srgbClr val="F1F1F1">
                        <a:alpha val="14901"/>
                      </a:srgbClr>
                    </a:solidFill>
                  </a:tcPr>
                </a:tc>
                <a:extLst>
                  <a:ext uri="{0D108BD9-81ED-4DB2-BD59-A6C34878D82A}">
                    <a16:rowId xmlns:a16="http://schemas.microsoft.com/office/drawing/2014/main" val="10000"/>
                  </a:ext>
                </a:extLst>
              </a:tr>
              <a:tr h="436880">
                <a:tc>
                  <a:txBody>
                    <a:bodyPr/>
                    <a:lstStyle/>
                    <a:p>
                      <a:pPr marL="153670">
                        <a:lnSpc>
                          <a:spcPct val="100000"/>
                        </a:lnSpc>
                        <a:spcBef>
                          <a:spcPts val="869"/>
                        </a:spcBef>
                      </a:pPr>
                      <a:r>
                        <a:rPr sz="1150" b="1" spc="-20" dirty="0">
                          <a:solidFill>
                            <a:srgbClr val="2B404F"/>
                          </a:solidFill>
                          <a:latin typeface="Verdana"/>
                          <a:cs typeface="Verdana"/>
                        </a:rPr>
                        <a:t>Base</a:t>
                      </a:r>
                      <a:endParaRPr sz="1150">
                        <a:latin typeface="Verdana"/>
                        <a:cs typeface="Verdana"/>
                      </a:endParaRPr>
                    </a:p>
                  </a:txBody>
                  <a:tcPr marL="0" marR="0" marT="110489" marB="0">
                    <a:lnL w="12700">
                      <a:solidFill>
                        <a:srgbClr val="7E7E7E"/>
                      </a:solidFill>
                      <a:prstDash val="solid"/>
                    </a:lnL>
                    <a:lnR w="9525">
                      <a:solidFill>
                        <a:srgbClr val="FFFBF5"/>
                      </a:solidFill>
                      <a:prstDash val="solid"/>
                    </a:lnR>
                    <a:solidFill>
                      <a:srgbClr val="000000">
                        <a:alpha val="3921"/>
                      </a:srgbClr>
                    </a:solidFill>
                  </a:tcPr>
                </a:tc>
                <a:tc>
                  <a:txBody>
                    <a:bodyPr/>
                    <a:lstStyle/>
                    <a:p>
                      <a:pPr marL="149860">
                        <a:lnSpc>
                          <a:spcPct val="100000"/>
                        </a:lnSpc>
                        <a:spcBef>
                          <a:spcPts val="869"/>
                        </a:spcBef>
                      </a:pPr>
                      <a:r>
                        <a:rPr sz="1150" dirty="0">
                          <a:solidFill>
                            <a:srgbClr val="2B404F"/>
                          </a:solidFill>
                          <a:latin typeface="Verdana"/>
                          <a:cs typeface="Verdana"/>
                        </a:rPr>
                        <a:t>Apache</a:t>
                      </a:r>
                      <a:r>
                        <a:rPr sz="1150" spc="85" dirty="0">
                          <a:solidFill>
                            <a:srgbClr val="2B404F"/>
                          </a:solidFill>
                          <a:latin typeface="Verdana"/>
                          <a:cs typeface="Verdana"/>
                        </a:rPr>
                        <a:t> </a:t>
                      </a:r>
                      <a:r>
                        <a:rPr sz="1150" dirty="0">
                          <a:solidFill>
                            <a:srgbClr val="2B404F"/>
                          </a:solidFill>
                          <a:latin typeface="Verdana"/>
                          <a:cs typeface="Verdana"/>
                        </a:rPr>
                        <a:t>Spark</a:t>
                      </a:r>
                      <a:r>
                        <a:rPr sz="1150" spc="-5" dirty="0">
                          <a:solidFill>
                            <a:srgbClr val="2B404F"/>
                          </a:solidFill>
                          <a:latin typeface="Verdana"/>
                          <a:cs typeface="Verdana"/>
                        </a:rPr>
                        <a:t> </a:t>
                      </a:r>
                      <a:r>
                        <a:rPr sz="1150" dirty="0">
                          <a:solidFill>
                            <a:srgbClr val="2B404F"/>
                          </a:solidFill>
                          <a:latin typeface="Verdana"/>
                          <a:cs typeface="Verdana"/>
                        </a:rPr>
                        <a:t>+Delta</a:t>
                      </a:r>
                      <a:r>
                        <a:rPr sz="1150" spc="20" dirty="0">
                          <a:solidFill>
                            <a:srgbClr val="2B404F"/>
                          </a:solidFill>
                          <a:latin typeface="Verdana"/>
                          <a:cs typeface="Verdana"/>
                        </a:rPr>
                        <a:t> </a:t>
                      </a:r>
                      <a:r>
                        <a:rPr sz="1150" spc="-20" dirty="0">
                          <a:solidFill>
                            <a:srgbClr val="2B404F"/>
                          </a:solidFill>
                          <a:latin typeface="Verdana"/>
                          <a:cs typeface="Verdana"/>
                        </a:rPr>
                        <a:t>Lake</a:t>
                      </a:r>
                      <a:endParaRPr sz="1150">
                        <a:latin typeface="Verdana"/>
                        <a:cs typeface="Verdana"/>
                      </a:endParaRPr>
                    </a:p>
                  </a:txBody>
                  <a:tcPr marL="0" marR="0" marT="110489" marB="0">
                    <a:lnL w="9525">
                      <a:solidFill>
                        <a:srgbClr val="FFFBF5"/>
                      </a:solidFill>
                      <a:prstDash val="solid"/>
                    </a:lnL>
                    <a:lnR w="9525">
                      <a:solidFill>
                        <a:srgbClr val="FFFBF5"/>
                      </a:solidFill>
                      <a:prstDash val="solid"/>
                    </a:lnR>
                    <a:solidFill>
                      <a:srgbClr val="000000">
                        <a:alpha val="3921"/>
                      </a:srgbClr>
                    </a:solidFill>
                  </a:tcPr>
                </a:tc>
                <a:tc>
                  <a:txBody>
                    <a:bodyPr/>
                    <a:lstStyle/>
                    <a:p>
                      <a:pPr marL="149860">
                        <a:lnSpc>
                          <a:spcPct val="100000"/>
                        </a:lnSpc>
                        <a:spcBef>
                          <a:spcPts val="869"/>
                        </a:spcBef>
                      </a:pPr>
                      <a:r>
                        <a:rPr sz="1150" dirty="0">
                          <a:solidFill>
                            <a:srgbClr val="2B404F"/>
                          </a:solidFill>
                          <a:latin typeface="Verdana"/>
                          <a:cs typeface="Verdana"/>
                        </a:rPr>
                        <a:t>DBR Estándar</a:t>
                      </a:r>
                      <a:r>
                        <a:rPr sz="1150" spc="-25" dirty="0">
                          <a:solidFill>
                            <a:srgbClr val="2B404F"/>
                          </a:solidFill>
                          <a:latin typeface="Verdana"/>
                          <a:cs typeface="Verdana"/>
                        </a:rPr>
                        <a:t> </a:t>
                      </a:r>
                      <a:r>
                        <a:rPr sz="1150" dirty="0">
                          <a:solidFill>
                            <a:srgbClr val="2B404F"/>
                          </a:solidFill>
                          <a:latin typeface="Verdana"/>
                          <a:cs typeface="Verdana"/>
                        </a:rPr>
                        <a:t>+librerías</a:t>
                      </a:r>
                      <a:r>
                        <a:rPr sz="1150" spc="-20" dirty="0">
                          <a:solidFill>
                            <a:srgbClr val="2B404F"/>
                          </a:solidFill>
                          <a:latin typeface="Verdana"/>
                          <a:cs typeface="Verdana"/>
                        </a:rPr>
                        <a:t> </a:t>
                      </a:r>
                      <a:r>
                        <a:rPr sz="1150" spc="-25" dirty="0">
                          <a:solidFill>
                            <a:srgbClr val="2B404F"/>
                          </a:solidFill>
                          <a:latin typeface="Verdana"/>
                          <a:cs typeface="Verdana"/>
                        </a:rPr>
                        <a:t>ML</a:t>
                      </a:r>
                      <a:endParaRPr sz="1150">
                        <a:latin typeface="Verdana"/>
                        <a:cs typeface="Verdana"/>
                      </a:endParaRPr>
                    </a:p>
                  </a:txBody>
                  <a:tcPr marL="0" marR="0" marT="110489" marB="0">
                    <a:lnL w="9525">
                      <a:solidFill>
                        <a:srgbClr val="FFFBF5"/>
                      </a:solidFill>
                      <a:prstDash val="solid"/>
                    </a:lnL>
                    <a:lnR w="9525">
                      <a:solidFill>
                        <a:srgbClr val="FFFBF5"/>
                      </a:solidFill>
                      <a:prstDash val="solid"/>
                    </a:lnR>
                    <a:solidFill>
                      <a:srgbClr val="000000">
                        <a:alpha val="3921"/>
                      </a:srgbClr>
                    </a:solidFill>
                  </a:tcPr>
                </a:tc>
                <a:tc>
                  <a:txBody>
                    <a:bodyPr/>
                    <a:lstStyle/>
                    <a:p>
                      <a:pPr marL="150495">
                        <a:lnSpc>
                          <a:spcPct val="100000"/>
                        </a:lnSpc>
                        <a:spcBef>
                          <a:spcPts val="869"/>
                        </a:spcBef>
                      </a:pPr>
                      <a:r>
                        <a:rPr sz="1150" dirty="0">
                          <a:solidFill>
                            <a:srgbClr val="2B404F"/>
                          </a:solidFill>
                          <a:latin typeface="Verdana"/>
                          <a:cs typeface="Verdana"/>
                        </a:rPr>
                        <a:t>DBR</a:t>
                      </a:r>
                      <a:r>
                        <a:rPr sz="1150" spc="-20" dirty="0">
                          <a:solidFill>
                            <a:srgbClr val="2B404F"/>
                          </a:solidFill>
                          <a:latin typeface="Verdana"/>
                          <a:cs typeface="Verdana"/>
                        </a:rPr>
                        <a:t> </a:t>
                      </a:r>
                      <a:r>
                        <a:rPr sz="1150" dirty="0">
                          <a:solidFill>
                            <a:srgbClr val="2B404F"/>
                          </a:solidFill>
                          <a:latin typeface="Verdana"/>
                          <a:cs typeface="Verdana"/>
                        </a:rPr>
                        <a:t>Estándar</a:t>
                      </a:r>
                      <a:r>
                        <a:rPr sz="1150" spc="-65" dirty="0">
                          <a:solidFill>
                            <a:srgbClr val="2B404F"/>
                          </a:solidFill>
                          <a:latin typeface="Verdana"/>
                          <a:cs typeface="Verdana"/>
                        </a:rPr>
                        <a:t> </a:t>
                      </a:r>
                      <a:r>
                        <a:rPr sz="1150" dirty="0">
                          <a:solidFill>
                            <a:srgbClr val="2B404F"/>
                          </a:solidFill>
                          <a:latin typeface="Verdana"/>
                          <a:cs typeface="Verdana"/>
                        </a:rPr>
                        <a:t>+motor</a:t>
                      </a:r>
                      <a:r>
                        <a:rPr sz="1150" spc="55" dirty="0">
                          <a:solidFill>
                            <a:srgbClr val="2B404F"/>
                          </a:solidFill>
                          <a:latin typeface="Verdana"/>
                          <a:cs typeface="Verdana"/>
                        </a:rPr>
                        <a:t> </a:t>
                      </a:r>
                      <a:r>
                        <a:rPr sz="1150" spc="-25" dirty="0">
                          <a:solidFill>
                            <a:srgbClr val="2B404F"/>
                          </a:solidFill>
                          <a:latin typeface="Verdana"/>
                          <a:cs typeface="Verdana"/>
                        </a:rPr>
                        <a:t>C++</a:t>
                      </a:r>
                      <a:endParaRPr sz="1150">
                        <a:latin typeface="Verdana"/>
                        <a:cs typeface="Verdana"/>
                      </a:endParaRPr>
                    </a:p>
                  </a:txBody>
                  <a:tcPr marL="0" marR="0" marT="110489" marB="0">
                    <a:lnL w="9525">
                      <a:solidFill>
                        <a:srgbClr val="FFFBF5"/>
                      </a:solidFill>
                      <a:prstDash val="solid"/>
                    </a:lnL>
                    <a:lnR w="12700">
                      <a:solidFill>
                        <a:srgbClr val="7E7E7E"/>
                      </a:solidFill>
                      <a:prstDash val="solid"/>
                    </a:lnR>
                    <a:solidFill>
                      <a:srgbClr val="000000">
                        <a:alpha val="3921"/>
                      </a:srgbClr>
                    </a:solidFill>
                  </a:tcPr>
                </a:tc>
                <a:extLst>
                  <a:ext uri="{0D108BD9-81ED-4DB2-BD59-A6C34878D82A}">
                    <a16:rowId xmlns:a16="http://schemas.microsoft.com/office/drawing/2014/main" val="10001"/>
                  </a:ext>
                </a:extLst>
              </a:tr>
              <a:tr h="676275">
                <a:tc>
                  <a:txBody>
                    <a:bodyPr/>
                    <a:lstStyle/>
                    <a:p>
                      <a:pPr marL="153670">
                        <a:lnSpc>
                          <a:spcPct val="100000"/>
                        </a:lnSpc>
                        <a:spcBef>
                          <a:spcPts val="870"/>
                        </a:spcBef>
                      </a:pPr>
                      <a:r>
                        <a:rPr sz="1150" b="1" spc="-55" dirty="0">
                          <a:solidFill>
                            <a:srgbClr val="2B404F"/>
                          </a:solidFill>
                          <a:latin typeface="Verdana"/>
                          <a:cs typeface="Verdana"/>
                        </a:rPr>
                        <a:t>Librerías </a:t>
                      </a:r>
                      <a:r>
                        <a:rPr sz="1150" b="1" spc="-10" dirty="0">
                          <a:solidFill>
                            <a:srgbClr val="2B404F"/>
                          </a:solidFill>
                          <a:latin typeface="Verdana"/>
                          <a:cs typeface="Verdana"/>
                        </a:rPr>
                        <a:t>adicionales</a:t>
                      </a:r>
                      <a:endParaRPr sz="1150">
                        <a:latin typeface="Verdana"/>
                        <a:cs typeface="Verdana"/>
                      </a:endParaRPr>
                    </a:p>
                  </a:txBody>
                  <a:tcPr marL="0" marR="0" marT="110490" marB="0">
                    <a:lnL w="12700">
                      <a:solidFill>
                        <a:srgbClr val="7E7E7E"/>
                      </a:solidFill>
                      <a:prstDash val="solid"/>
                    </a:lnL>
                    <a:lnR w="9525">
                      <a:solidFill>
                        <a:srgbClr val="FFFBF5"/>
                      </a:solidFill>
                      <a:prstDash val="solid"/>
                    </a:lnR>
                    <a:solidFill>
                      <a:srgbClr val="FFFFFF">
                        <a:alpha val="3921"/>
                      </a:srgbClr>
                    </a:solidFill>
                  </a:tcPr>
                </a:tc>
                <a:tc>
                  <a:txBody>
                    <a:bodyPr/>
                    <a:lstStyle/>
                    <a:p>
                      <a:pPr marL="149860">
                        <a:lnSpc>
                          <a:spcPct val="100000"/>
                        </a:lnSpc>
                        <a:spcBef>
                          <a:spcPts val="870"/>
                        </a:spcBef>
                      </a:pPr>
                      <a:r>
                        <a:rPr sz="1150" dirty="0">
                          <a:solidFill>
                            <a:srgbClr val="2B404F"/>
                          </a:solidFill>
                          <a:latin typeface="Verdana"/>
                          <a:cs typeface="Verdana"/>
                        </a:rPr>
                        <a:t>—</a:t>
                      </a:r>
                      <a:endParaRPr sz="1150">
                        <a:latin typeface="Verdana"/>
                        <a:cs typeface="Verdana"/>
                      </a:endParaRPr>
                    </a:p>
                  </a:txBody>
                  <a:tcPr marL="0" marR="0" marT="110490" marB="0">
                    <a:lnL w="9525">
                      <a:solidFill>
                        <a:srgbClr val="FFFBF5"/>
                      </a:solidFill>
                      <a:prstDash val="solid"/>
                    </a:lnL>
                    <a:lnR w="9525">
                      <a:solidFill>
                        <a:srgbClr val="FFFBF5"/>
                      </a:solidFill>
                      <a:prstDash val="solid"/>
                    </a:lnR>
                    <a:solidFill>
                      <a:srgbClr val="FFFFFF">
                        <a:alpha val="3921"/>
                      </a:srgbClr>
                    </a:solidFill>
                  </a:tcPr>
                </a:tc>
                <a:tc>
                  <a:txBody>
                    <a:bodyPr/>
                    <a:lstStyle/>
                    <a:p>
                      <a:pPr marL="149860" marR="207645">
                        <a:lnSpc>
                          <a:spcPct val="136500"/>
                        </a:lnSpc>
                        <a:spcBef>
                          <a:spcPts val="135"/>
                        </a:spcBef>
                      </a:pPr>
                      <a:r>
                        <a:rPr sz="1150" dirty="0">
                          <a:solidFill>
                            <a:srgbClr val="2B404F"/>
                          </a:solidFill>
                          <a:latin typeface="Verdana"/>
                          <a:cs typeface="Verdana"/>
                        </a:rPr>
                        <a:t>MLflow,</a:t>
                      </a:r>
                      <a:r>
                        <a:rPr sz="1150" spc="130" dirty="0">
                          <a:solidFill>
                            <a:srgbClr val="2B404F"/>
                          </a:solidFill>
                          <a:latin typeface="Verdana"/>
                          <a:cs typeface="Verdana"/>
                        </a:rPr>
                        <a:t> </a:t>
                      </a:r>
                      <a:r>
                        <a:rPr sz="1150" dirty="0">
                          <a:solidFill>
                            <a:srgbClr val="2B404F"/>
                          </a:solidFill>
                          <a:latin typeface="Verdana"/>
                          <a:cs typeface="Verdana"/>
                        </a:rPr>
                        <a:t>PyTorch,</a:t>
                      </a:r>
                      <a:r>
                        <a:rPr sz="1150" spc="130" dirty="0">
                          <a:solidFill>
                            <a:srgbClr val="2B404F"/>
                          </a:solidFill>
                          <a:latin typeface="Verdana"/>
                          <a:cs typeface="Verdana"/>
                        </a:rPr>
                        <a:t> </a:t>
                      </a:r>
                      <a:r>
                        <a:rPr sz="1150" spc="-10" dirty="0">
                          <a:solidFill>
                            <a:srgbClr val="2B404F"/>
                          </a:solidFill>
                          <a:latin typeface="Verdana"/>
                          <a:cs typeface="Verdana"/>
                        </a:rPr>
                        <a:t>scikit-learn, </a:t>
                      </a:r>
                      <a:r>
                        <a:rPr sz="1150" spc="35" dirty="0">
                          <a:solidFill>
                            <a:srgbClr val="2B404F"/>
                          </a:solidFill>
                          <a:latin typeface="Verdana"/>
                          <a:cs typeface="Verdana"/>
                        </a:rPr>
                        <a:t>XCBoost</a:t>
                      </a:r>
                      <a:endParaRPr sz="1150">
                        <a:latin typeface="Verdana"/>
                        <a:cs typeface="Verdana"/>
                      </a:endParaRPr>
                    </a:p>
                  </a:txBody>
                  <a:tcPr marL="0" marR="0" marT="17145" marB="0">
                    <a:lnL w="9525">
                      <a:solidFill>
                        <a:srgbClr val="FFFBF5"/>
                      </a:solidFill>
                      <a:prstDash val="solid"/>
                    </a:lnL>
                    <a:lnR w="9525">
                      <a:solidFill>
                        <a:srgbClr val="FFFBF5"/>
                      </a:solidFill>
                      <a:prstDash val="solid"/>
                    </a:lnR>
                    <a:solidFill>
                      <a:srgbClr val="FFFFFF">
                        <a:alpha val="3921"/>
                      </a:srgbClr>
                    </a:solidFill>
                  </a:tcPr>
                </a:tc>
                <a:tc>
                  <a:txBody>
                    <a:bodyPr/>
                    <a:lstStyle/>
                    <a:p>
                      <a:pPr marL="150495">
                        <a:lnSpc>
                          <a:spcPct val="100000"/>
                        </a:lnSpc>
                        <a:spcBef>
                          <a:spcPts val="870"/>
                        </a:spcBef>
                      </a:pPr>
                      <a:r>
                        <a:rPr sz="1150" dirty="0">
                          <a:solidFill>
                            <a:srgbClr val="2B404F"/>
                          </a:solidFill>
                          <a:latin typeface="Verdana"/>
                          <a:cs typeface="Verdana"/>
                        </a:rPr>
                        <a:t>Motor</a:t>
                      </a:r>
                      <a:r>
                        <a:rPr sz="1150" spc="285" dirty="0">
                          <a:solidFill>
                            <a:srgbClr val="2B404F"/>
                          </a:solidFill>
                          <a:latin typeface="Verdana"/>
                          <a:cs typeface="Verdana"/>
                        </a:rPr>
                        <a:t> </a:t>
                      </a:r>
                      <a:r>
                        <a:rPr sz="1150" dirty="0">
                          <a:solidFill>
                            <a:srgbClr val="2B404F"/>
                          </a:solidFill>
                          <a:latin typeface="Verdana"/>
                          <a:cs typeface="Verdana"/>
                        </a:rPr>
                        <a:t>vectorizado</a:t>
                      </a:r>
                      <a:r>
                        <a:rPr sz="1150" spc="150" dirty="0">
                          <a:solidFill>
                            <a:srgbClr val="2B404F"/>
                          </a:solidFill>
                          <a:latin typeface="Verdana"/>
                          <a:cs typeface="Verdana"/>
                        </a:rPr>
                        <a:t> </a:t>
                      </a:r>
                      <a:r>
                        <a:rPr sz="1150" spc="-10" dirty="0">
                          <a:solidFill>
                            <a:srgbClr val="2B404F"/>
                          </a:solidFill>
                          <a:latin typeface="Verdana"/>
                          <a:cs typeface="Verdana"/>
                        </a:rPr>
                        <a:t>Photon</a:t>
                      </a:r>
                      <a:endParaRPr sz="1150">
                        <a:latin typeface="Verdana"/>
                        <a:cs typeface="Verdana"/>
                      </a:endParaRPr>
                    </a:p>
                  </a:txBody>
                  <a:tcPr marL="0" marR="0" marT="110490" marB="0">
                    <a:lnL w="9525">
                      <a:solidFill>
                        <a:srgbClr val="FFFBF5"/>
                      </a:solidFill>
                      <a:prstDash val="solid"/>
                    </a:lnL>
                    <a:lnR w="12700">
                      <a:solidFill>
                        <a:srgbClr val="7E7E7E"/>
                      </a:solidFill>
                      <a:prstDash val="solid"/>
                    </a:lnR>
                    <a:solidFill>
                      <a:srgbClr val="FFFFFF">
                        <a:alpha val="3921"/>
                      </a:srgbClr>
                    </a:solidFill>
                  </a:tcPr>
                </a:tc>
                <a:extLst>
                  <a:ext uri="{0D108BD9-81ED-4DB2-BD59-A6C34878D82A}">
                    <a16:rowId xmlns:a16="http://schemas.microsoft.com/office/drawing/2014/main" val="10002"/>
                  </a:ext>
                </a:extLst>
              </a:tr>
              <a:tr h="676275">
                <a:tc>
                  <a:txBody>
                    <a:bodyPr/>
                    <a:lstStyle/>
                    <a:p>
                      <a:pPr marL="153670">
                        <a:lnSpc>
                          <a:spcPct val="100000"/>
                        </a:lnSpc>
                        <a:spcBef>
                          <a:spcPts val="869"/>
                        </a:spcBef>
                      </a:pPr>
                      <a:r>
                        <a:rPr sz="1150" b="1" spc="-10" dirty="0">
                          <a:solidFill>
                            <a:srgbClr val="2B404F"/>
                          </a:solidFill>
                          <a:latin typeface="Verdana"/>
                          <a:cs typeface="Verdana"/>
                        </a:rPr>
                        <a:t>Caso</a:t>
                      </a:r>
                      <a:r>
                        <a:rPr sz="1150" b="1" spc="-110" dirty="0">
                          <a:solidFill>
                            <a:srgbClr val="2B404F"/>
                          </a:solidFill>
                          <a:latin typeface="Verdana"/>
                          <a:cs typeface="Verdana"/>
                        </a:rPr>
                        <a:t> </a:t>
                      </a:r>
                      <a:r>
                        <a:rPr sz="1150" b="1" spc="-10" dirty="0">
                          <a:solidFill>
                            <a:srgbClr val="2B404F"/>
                          </a:solidFill>
                          <a:latin typeface="Verdana"/>
                          <a:cs typeface="Verdana"/>
                        </a:rPr>
                        <a:t>de</a:t>
                      </a:r>
                      <a:r>
                        <a:rPr sz="1150" b="1" spc="-120" dirty="0">
                          <a:solidFill>
                            <a:srgbClr val="2B404F"/>
                          </a:solidFill>
                          <a:latin typeface="Verdana"/>
                          <a:cs typeface="Verdana"/>
                        </a:rPr>
                        <a:t> </a:t>
                      </a:r>
                      <a:r>
                        <a:rPr sz="1150" b="1" spc="-40" dirty="0">
                          <a:solidFill>
                            <a:srgbClr val="2B404F"/>
                          </a:solidFill>
                          <a:latin typeface="Verdana"/>
                          <a:cs typeface="Verdana"/>
                        </a:rPr>
                        <a:t>uso</a:t>
                      </a:r>
                      <a:r>
                        <a:rPr sz="1150" b="1" spc="-160" dirty="0">
                          <a:solidFill>
                            <a:srgbClr val="2B404F"/>
                          </a:solidFill>
                          <a:latin typeface="Verdana"/>
                          <a:cs typeface="Verdana"/>
                        </a:rPr>
                        <a:t> </a:t>
                      </a:r>
                      <a:r>
                        <a:rPr sz="1150" b="1" spc="-20" dirty="0">
                          <a:solidFill>
                            <a:srgbClr val="2B404F"/>
                          </a:solidFill>
                          <a:latin typeface="Verdana"/>
                          <a:cs typeface="Verdana"/>
                        </a:rPr>
                        <a:t>ideal</a:t>
                      </a:r>
                      <a:endParaRPr sz="1150">
                        <a:latin typeface="Verdana"/>
                        <a:cs typeface="Verdana"/>
                      </a:endParaRPr>
                    </a:p>
                  </a:txBody>
                  <a:tcPr marL="0" marR="0" marT="110489" marB="0">
                    <a:lnL w="12700">
                      <a:solidFill>
                        <a:srgbClr val="7E7E7E"/>
                      </a:solidFill>
                      <a:prstDash val="solid"/>
                    </a:lnL>
                    <a:lnR w="9525">
                      <a:solidFill>
                        <a:srgbClr val="FFFBF5"/>
                      </a:solidFill>
                      <a:prstDash val="solid"/>
                    </a:lnR>
                    <a:solidFill>
                      <a:srgbClr val="000000">
                        <a:alpha val="3921"/>
                      </a:srgbClr>
                    </a:solidFill>
                  </a:tcPr>
                </a:tc>
                <a:tc>
                  <a:txBody>
                    <a:bodyPr/>
                    <a:lstStyle/>
                    <a:p>
                      <a:pPr marL="149860">
                        <a:lnSpc>
                          <a:spcPct val="100000"/>
                        </a:lnSpc>
                        <a:spcBef>
                          <a:spcPts val="869"/>
                        </a:spcBef>
                      </a:pPr>
                      <a:r>
                        <a:rPr sz="1150" dirty="0">
                          <a:solidFill>
                            <a:srgbClr val="2B404F"/>
                          </a:solidFill>
                          <a:latin typeface="Verdana"/>
                          <a:cs typeface="Verdana"/>
                        </a:rPr>
                        <a:t>Cargas</a:t>
                      </a:r>
                      <a:r>
                        <a:rPr sz="1150" spc="-75" dirty="0">
                          <a:solidFill>
                            <a:srgbClr val="2B404F"/>
                          </a:solidFill>
                          <a:latin typeface="Verdana"/>
                          <a:cs typeface="Verdana"/>
                        </a:rPr>
                        <a:t> </a:t>
                      </a:r>
                      <a:r>
                        <a:rPr sz="1150" dirty="0">
                          <a:solidFill>
                            <a:srgbClr val="2B404F"/>
                          </a:solidFill>
                          <a:latin typeface="Verdana"/>
                          <a:cs typeface="Verdana"/>
                        </a:rPr>
                        <a:t>generales</a:t>
                      </a:r>
                      <a:r>
                        <a:rPr sz="1150" spc="-75" dirty="0">
                          <a:solidFill>
                            <a:srgbClr val="2B404F"/>
                          </a:solidFill>
                          <a:latin typeface="Verdana"/>
                          <a:cs typeface="Verdana"/>
                        </a:rPr>
                        <a:t> </a:t>
                      </a:r>
                      <a:r>
                        <a:rPr sz="1150" dirty="0">
                          <a:solidFill>
                            <a:srgbClr val="2B404F"/>
                          </a:solidFill>
                          <a:latin typeface="Verdana"/>
                          <a:cs typeface="Verdana"/>
                        </a:rPr>
                        <a:t>ETL</a:t>
                      </a:r>
                      <a:r>
                        <a:rPr sz="1150" spc="-50" dirty="0">
                          <a:solidFill>
                            <a:srgbClr val="2B404F"/>
                          </a:solidFill>
                          <a:latin typeface="Verdana"/>
                          <a:cs typeface="Verdana"/>
                        </a:rPr>
                        <a:t> </a:t>
                      </a:r>
                      <a:r>
                        <a:rPr sz="1150" dirty="0">
                          <a:solidFill>
                            <a:srgbClr val="2B404F"/>
                          </a:solidFill>
                          <a:latin typeface="Verdana"/>
                          <a:cs typeface="Verdana"/>
                        </a:rPr>
                        <a:t>y</a:t>
                      </a:r>
                      <a:r>
                        <a:rPr sz="1150" spc="-95" dirty="0">
                          <a:solidFill>
                            <a:srgbClr val="2B404F"/>
                          </a:solidFill>
                          <a:latin typeface="Verdana"/>
                          <a:cs typeface="Verdana"/>
                        </a:rPr>
                        <a:t> </a:t>
                      </a:r>
                      <a:r>
                        <a:rPr sz="1150" spc="-25" dirty="0">
                          <a:solidFill>
                            <a:srgbClr val="2B404F"/>
                          </a:solidFill>
                          <a:latin typeface="Verdana"/>
                          <a:cs typeface="Verdana"/>
                        </a:rPr>
                        <a:t>SQL</a:t>
                      </a:r>
                      <a:endParaRPr sz="1150">
                        <a:latin typeface="Verdana"/>
                        <a:cs typeface="Verdana"/>
                      </a:endParaRPr>
                    </a:p>
                  </a:txBody>
                  <a:tcPr marL="0" marR="0" marT="110489" marB="0">
                    <a:lnL w="9525">
                      <a:solidFill>
                        <a:srgbClr val="FFFBF5"/>
                      </a:solidFill>
                      <a:prstDash val="solid"/>
                    </a:lnL>
                    <a:lnR w="9525">
                      <a:solidFill>
                        <a:srgbClr val="FFFBF5"/>
                      </a:solidFill>
                      <a:prstDash val="solid"/>
                    </a:lnR>
                    <a:solidFill>
                      <a:srgbClr val="000000">
                        <a:alpha val="3921"/>
                      </a:srgbClr>
                    </a:solidFill>
                  </a:tcPr>
                </a:tc>
                <a:tc>
                  <a:txBody>
                    <a:bodyPr/>
                    <a:lstStyle/>
                    <a:p>
                      <a:pPr marL="149860">
                        <a:lnSpc>
                          <a:spcPct val="100000"/>
                        </a:lnSpc>
                        <a:spcBef>
                          <a:spcPts val="640"/>
                        </a:spcBef>
                      </a:pPr>
                      <a:r>
                        <a:rPr sz="1150" dirty="0">
                          <a:solidFill>
                            <a:srgbClr val="2B404F"/>
                          </a:solidFill>
                          <a:latin typeface="Verdana"/>
                          <a:cs typeface="Verdana"/>
                        </a:rPr>
                        <a:t>Entrenamiento</a:t>
                      </a:r>
                      <a:r>
                        <a:rPr sz="1150" spc="-25" dirty="0">
                          <a:solidFill>
                            <a:srgbClr val="2B404F"/>
                          </a:solidFill>
                          <a:latin typeface="Verdana"/>
                          <a:cs typeface="Verdana"/>
                        </a:rPr>
                        <a:t> </a:t>
                      </a:r>
                      <a:r>
                        <a:rPr sz="1150" dirty="0">
                          <a:solidFill>
                            <a:srgbClr val="2B404F"/>
                          </a:solidFill>
                          <a:latin typeface="Verdana"/>
                          <a:cs typeface="Verdana"/>
                        </a:rPr>
                        <a:t>y</a:t>
                      </a:r>
                      <a:r>
                        <a:rPr sz="1150" spc="-35" dirty="0">
                          <a:solidFill>
                            <a:srgbClr val="2B404F"/>
                          </a:solidFill>
                          <a:latin typeface="Verdana"/>
                          <a:cs typeface="Verdana"/>
                        </a:rPr>
                        <a:t> </a:t>
                      </a:r>
                      <a:r>
                        <a:rPr sz="1150" spc="-10" dirty="0">
                          <a:solidFill>
                            <a:srgbClr val="2B404F"/>
                          </a:solidFill>
                          <a:latin typeface="Verdana"/>
                          <a:cs typeface="Verdana"/>
                        </a:rPr>
                        <a:t>evaluación</a:t>
                      </a:r>
                      <a:endParaRPr sz="1150">
                        <a:latin typeface="Verdana"/>
                        <a:cs typeface="Verdana"/>
                      </a:endParaRPr>
                    </a:p>
                    <a:p>
                      <a:pPr marL="149860">
                        <a:lnSpc>
                          <a:spcPct val="100000"/>
                        </a:lnSpc>
                        <a:spcBef>
                          <a:spcPts val="505"/>
                        </a:spcBef>
                      </a:pPr>
                      <a:r>
                        <a:rPr sz="1150" spc="10" dirty="0">
                          <a:solidFill>
                            <a:srgbClr val="2B404F"/>
                          </a:solidFill>
                          <a:latin typeface="Verdana"/>
                          <a:cs typeface="Verdana"/>
                        </a:rPr>
                        <a:t>de</a:t>
                      </a:r>
                      <a:r>
                        <a:rPr sz="1150" spc="55" dirty="0">
                          <a:solidFill>
                            <a:srgbClr val="2B404F"/>
                          </a:solidFill>
                          <a:latin typeface="Verdana"/>
                          <a:cs typeface="Verdana"/>
                        </a:rPr>
                        <a:t> </a:t>
                      </a:r>
                      <a:r>
                        <a:rPr sz="1150" spc="10" dirty="0">
                          <a:solidFill>
                            <a:srgbClr val="2B404F"/>
                          </a:solidFill>
                          <a:latin typeface="Verdana"/>
                          <a:cs typeface="Verdana"/>
                        </a:rPr>
                        <a:t>modelos</a:t>
                      </a:r>
                      <a:r>
                        <a:rPr sz="1150" spc="25" dirty="0">
                          <a:solidFill>
                            <a:srgbClr val="2B404F"/>
                          </a:solidFill>
                          <a:latin typeface="Verdana"/>
                          <a:cs typeface="Verdana"/>
                        </a:rPr>
                        <a:t> </a:t>
                      </a:r>
                      <a:r>
                        <a:rPr sz="1150" spc="-25" dirty="0">
                          <a:solidFill>
                            <a:srgbClr val="2B404F"/>
                          </a:solidFill>
                          <a:latin typeface="Verdana"/>
                          <a:cs typeface="Verdana"/>
                        </a:rPr>
                        <a:t>ML</a:t>
                      </a:r>
                      <a:endParaRPr sz="1150">
                        <a:latin typeface="Verdana"/>
                        <a:cs typeface="Verdana"/>
                      </a:endParaRPr>
                    </a:p>
                  </a:txBody>
                  <a:tcPr marL="0" marR="0" marT="81280" marB="0">
                    <a:lnL w="9525">
                      <a:solidFill>
                        <a:srgbClr val="FFFBF5"/>
                      </a:solidFill>
                      <a:prstDash val="solid"/>
                    </a:lnL>
                    <a:lnR w="9525">
                      <a:solidFill>
                        <a:srgbClr val="FFFBF5"/>
                      </a:solidFill>
                      <a:prstDash val="solid"/>
                    </a:lnR>
                    <a:solidFill>
                      <a:srgbClr val="000000">
                        <a:alpha val="3921"/>
                      </a:srgbClr>
                    </a:solidFill>
                  </a:tcPr>
                </a:tc>
                <a:tc>
                  <a:txBody>
                    <a:bodyPr/>
                    <a:lstStyle/>
                    <a:p>
                      <a:pPr marL="150495">
                        <a:lnSpc>
                          <a:spcPct val="100000"/>
                        </a:lnSpc>
                        <a:spcBef>
                          <a:spcPts val="640"/>
                        </a:spcBef>
                      </a:pPr>
                      <a:r>
                        <a:rPr sz="1150" dirty="0">
                          <a:solidFill>
                            <a:srgbClr val="2B404F"/>
                          </a:solidFill>
                          <a:latin typeface="Verdana"/>
                          <a:cs typeface="Verdana"/>
                        </a:rPr>
                        <a:t>Consultas</a:t>
                      </a:r>
                      <a:r>
                        <a:rPr sz="1150" spc="95" dirty="0">
                          <a:solidFill>
                            <a:srgbClr val="2B404F"/>
                          </a:solidFill>
                          <a:latin typeface="Verdana"/>
                          <a:cs typeface="Verdana"/>
                        </a:rPr>
                        <a:t> </a:t>
                      </a:r>
                      <a:r>
                        <a:rPr sz="1150" dirty="0">
                          <a:solidFill>
                            <a:srgbClr val="2B404F"/>
                          </a:solidFill>
                          <a:latin typeface="Verdana"/>
                          <a:cs typeface="Verdana"/>
                        </a:rPr>
                        <a:t>analíticas</a:t>
                      </a:r>
                      <a:r>
                        <a:rPr sz="1150" spc="100" dirty="0">
                          <a:solidFill>
                            <a:srgbClr val="2B404F"/>
                          </a:solidFill>
                          <a:latin typeface="Verdana"/>
                          <a:cs typeface="Verdana"/>
                        </a:rPr>
                        <a:t> </a:t>
                      </a:r>
                      <a:r>
                        <a:rPr sz="1150" dirty="0">
                          <a:solidFill>
                            <a:srgbClr val="2B404F"/>
                          </a:solidFill>
                          <a:latin typeface="Verdana"/>
                          <a:cs typeface="Verdana"/>
                        </a:rPr>
                        <a:t>SQL</a:t>
                      </a:r>
                      <a:r>
                        <a:rPr sz="1150" spc="114" dirty="0">
                          <a:solidFill>
                            <a:srgbClr val="2B404F"/>
                          </a:solidFill>
                          <a:latin typeface="Verdana"/>
                          <a:cs typeface="Verdana"/>
                        </a:rPr>
                        <a:t> </a:t>
                      </a:r>
                      <a:r>
                        <a:rPr sz="1150" spc="-25" dirty="0">
                          <a:solidFill>
                            <a:srgbClr val="2B404F"/>
                          </a:solidFill>
                          <a:latin typeface="Verdana"/>
                          <a:cs typeface="Verdana"/>
                        </a:rPr>
                        <a:t>de</a:t>
                      </a:r>
                      <a:endParaRPr sz="1150">
                        <a:latin typeface="Verdana"/>
                        <a:cs typeface="Verdana"/>
                      </a:endParaRPr>
                    </a:p>
                    <a:p>
                      <a:pPr marL="150495">
                        <a:lnSpc>
                          <a:spcPct val="100000"/>
                        </a:lnSpc>
                        <a:spcBef>
                          <a:spcPts val="505"/>
                        </a:spcBef>
                      </a:pPr>
                      <a:r>
                        <a:rPr sz="1150" dirty="0">
                          <a:solidFill>
                            <a:srgbClr val="2B404F"/>
                          </a:solidFill>
                          <a:latin typeface="Verdana"/>
                          <a:cs typeface="Verdana"/>
                        </a:rPr>
                        <a:t>alto</a:t>
                      </a:r>
                      <a:r>
                        <a:rPr sz="1150" spc="-5" dirty="0">
                          <a:solidFill>
                            <a:srgbClr val="2B404F"/>
                          </a:solidFill>
                          <a:latin typeface="Verdana"/>
                          <a:cs typeface="Verdana"/>
                        </a:rPr>
                        <a:t> </a:t>
                      </a:r>
                      <a:r>
                        <a:rPr sz="1150" spc="-10" dirty="0">
                          <a:solidFill>
                            <a:srgbClr val="2B404F"/>
                          </a:solidFill>
                          <a:latin typeface="Verdana"/>
                          <a:cs typeface="Verdana"/>
                        </a:rPr>
                        <a:t>rendimiento</a:t>
                      </a:r>
                      <a:endParaRPr sz="1150">
                        <a:latin typeface="Verdana"/>
                        <a:cs typeface="Verdana"/>
                      </a:endParaRPr>
                    </a:p>
                  </a:txBody>
                  <a:tcPr marL="0" marR="0" marT="81280" marB="0">
                    <a:lnL w="9525">
                      <a:solidFill>
                        <a:srgbClr val="FFFBF5"/>
                      </a:solidFill>
                      <a:prstDash val="solid"/>
                    </a:lnL>
                    <a:lnR w="12700">
                      <a:solidFill>
                        <a:srgbClr val="7E7E7E"/>
                      </a:solidFill>
                      <a:prstDash val="solid"/>
                    </a:lnR>
                    <a:solidFill>
                      <a:srgbClr val="000000">
                        <a:alpha val="3921"/>
                      </a:srgbClr>
                    </a:solidFill>
                  </a:tcPr>
                </a:tc>
                <a:extLst>
                  <a:ext uri="{0D108BD9-81ED-4DB2-BD59-A6C34878D82A}">
                    <a16:rowId xmlns:a16="http://schemas.microsoft.com/office/drawing/2014/main" val="10003"/>
                  </a:ext>
                </a:extLst>
              </a:tr>
              <a:tr h="680720">
                <a:tc>
                  <a:txBody>
                    <a:bodyPr/>
                    <a:lstStyle/>
                    <a:p>
                      <a:pPr marL="153670">
                        <a:lnSpc>
                          <a:spcPct val="100000"/>
                        </a:lnSpc>
                        <a:spcBef>
                          <a:spcPts val="944"/>
                        </a:spcBef>
                      </a:pPr>
                      <a:r>
                        <a:rPr sz="1150" b="1" spc="-55" dirty="0">
                          <a:solidFill>
                            <a:srgbClr val="2B404F"/>
                          </a:solidFill>
                          <a:latin typeface="Verdana"/>
                          <a:cs typeface="Verdana"/>
                        </a:rPr>
                        <a:t>Versiones</a:t>
                      </a:r>
                      <a:r>
                        <a:rPr sz="1150" b="1" spc="-40" dirty="0">
                          <a:solidFill>
                            <a:srgbClr val="2B404F"/>
                          </a:solidFill>
                          <a:latin typeface="Verdana"/>
                          <a:cs typeface="Verdana"/>
                        </a:rPr>
                        <a:t> </a:t>
                      </a:r>
                      <a:r>
                        <a:rPr sz="1150" b="1" spc="-25" dirty="0">
                          <a:solidFill>
                            <a:srgbClr val="2B404F"/>
                          </a:solidFill>
                          <a:latin typeface="Verdana"/>
                          <a:cs typeface="Verdana"/>
                        </a:rPr>
                        <a:t>LTS</a:t>
                      </a:r>
                      <a:endParaRPr sz="1150">
                        <a:latin typeface="Verdana"/>
                        <a:cs typeface="Verdana"/>
                      </a:endParaRPr>
                    </a:p>
                  </a:txBody>
                  <a:tcPr marL="0" marR="0" marT="120014" marB="0">
                    <a:lnL w="12700">
                      <a:solidFill>
                        <a:srgbClr val="7E7E7E"/>
                      </a:solidFill>
                      <a:prstDash val="solid"/>
                    </a:lnL>
                    <a:lnR w="9525">
                      <a:solidFill>
                        <a:srgbClr val="FFFBF5"/>
                      </a:solidFill>
                      <a:prstDash val="solid"/>
                    </a:lnR>
                    <a:lnB w="12700">
                      <a:solidFill>
                        <a:srgbClr val="7E7E7E"/>
                      </a:solidFill>
                      <a:prstDash val="solid"/>
                    </a:lnB>
                    <a:solidFill>
                      <a:srgbClr val="F1F1F1">
                        <a:alpha val="14901"/>
                      </a:srgbClr>
                    </a:solidFill>
                  </a:tcPr>
                </a:tc>
                <a:tc>
                  <a:txBody>
                    <a:bodyPr/>
                    <a:lstStyle/>
                    <a:p>
                      <a:pPr marL="149860" marR="624840">
                        <a:lnSpc>
                          <a:spcPct val="136500"/>
                        </a:lnSpc>
                        <a:spcBef>
                          <a:spcPts val="215"/>
                        </a:spcBef>
                      </a:pPr>
                      <a:r>
                        <a:rPr sz="1150" dirty="0">
                          <a:solidFill>
                            <a:srgbClr val="2B404F"/>
                          </a:solidFill>
                          <a:latin typeface="Verdana"/>
                          <a:cs typeface="Verdana"/>
                        </a:rPr>
                        <a:t>Sí</a:t>
                      </a:r>
                      <a:r>
                        <a:rPr sz="1150" spc="-10" dirty="0">
                          <a:solidFill>
                            <a:srgbClr val="2B404F"/>
                          </a:solidFill>
                          <a:latin typeface="Verdana"/>
                          <a:cs typeface="Verdana"/>
                        </a:rPr>
                        <a:t> </a:t>
                      </a:r>
                      <a:r>
                        <a:rPr sz="1150" dirty="0">
                          <a:solidFill>
                            <a:srgbClr val="2B404F"/>
                          </a:solidFill>
                          <a:latin typeface="Verdana"/>
                          <a:cs typeface="Verdana"/>
                        </a:rPr>
                        <a:t>—</a:t>
                      </a:r>
                      <a:r>
                        <a:rPr sz="1150" spc="-145" dirty="0">
                          <a:solidFill>
                            <a:srgbClr val="2B404F"/>
                          </a:solidFill>
                          <a:latin typeface="Verdana"/>
                          <a:cs typeface="Verdana"/>
                        </a:rPr>
                        <a:t> </a:t>
                      </a:r>
                      <a:r>
                        <a:rPr sz="1150" spc="10" dirty="0">
                          <a:solidFill>
                            <a:srgbClr val="2B404F"/>
                          </a:solidFill>
                          <a:latin typeface="Verdana"/>
                          <a:cs typeface="Verdana"/>
                        </a:rPr>
                        <a:t>recomendado</a:t>
                      </a:r>
                      <a:r>
                        <a:rPr sz="1150" spc="75" dirty="0">
                          <a:solidFill>
                            <a:srgbClr val="2B404F"/>
                          </a:solidFill>
                          <a:latin typeface="Verdana"/>
                          <a:cs typeface="Verdana"/>
                        </a:rPr>
                        <a:t> </a:t>
                      </a:r>
                      <a:r>
                        <a:rPr sz="1150" spc="-20" dirty="0">
                          <a:solidFill>
                            <a:srgbClr val="2B404F"/>
                          </a:solidFill>
                          <a:latin typeface="Verdana"/>
                          <a:cs typeface="Verdana"/>
                        </a:rPr>
                        <a:t>para </a:t>
                      </a:r>
                      <a:r>
                        <a:rPr sz="1150" spc="35" dirty="0">
                          <a:solidFill>
                            <a:srgbClr val="2B404F"/>
                          </a:solidFill>
                          <a:latin typeface="Verdana"/>
                          <a:cs typeface="Verdana"/>
                        </a:rPr>
                        <a:t>producción</a:t>
                      </a:r>
                      <a:endParaRPr sz="1150">
                        <a:latin typeface="Verdana"/>
                        <a:cs typeface="Verdana"/>
                      </a:endParaRPr>
                    </a:p>
                  </a:txBody>
                  <a:tcPr marL="0" marR="0" marT="27305" marB="0">
                    <a:lnL w="9525">
                      <a:solidFill>
                        <a:srgbClr val="FFFBF5"/>
                      </a:solidFill>
                      <a:prstDash val="solid"/>
                    </a:lnL>
                    <a:lnR w="9525">
                      <a:solidFill>
                        <a:srgbClr val="FFFBF5"/>
                      </a:solidFill>
                      <a:prstDash val="solid"/>
                    </a:lnR>
                    <a:lnB w="12700">
                      <a:solidFill>
                        <a:srgbClr val="7E7E7E"/>
                      </a:solidFill>
                      <a:prstDash val="solid"/>
                    </a:lnB>
                    <a:solidFill>
                      <a:srgbClr val="FFFFFF">
                        <a:alpha val="3921"/>
                      </a:srgbClr>
                    </a:solidFill>
                  </a:tcPr>
                </a:tc>
                <a:tc>
                  <a:txBody>
                    <a:bodyPr/>
                    <a:lstStyle/>
                    <a:p>
                      <a:pPr marL="149860" marR="665480">
                        <a:lnSpc>
                          <a:spcPct val="136500"/>
                        </a:lnSpc>
                        <a:spcBef>
                          <a:spcPts val="215"/>
                        </a:spcBef>
                      </a:pPr>
                      <a:r>
                        <a:rPr sz="1150" dirty="0">
                          <a:solidFill>
                            <a:srgbClr val="2B404F"/>
                          </a:solidFill>
                          <a:latin typeface="Verdana"/>
                          <a:cs typeface="Verdana"/>
                        </a:rPr>
                        <a:t>Sí</a:t>
                      </a:r>
                      <a:r>
                        <a:rPr sz="1150" spc="-10" dirty="0">
                          <a:solidFill>
                            <a:srgbClr val="2B404F"/>
                          </a:solidFill>
                          <a:latin typeface="Verdana"/>
                          <a:cs typeface="Verdana"/>
                        </a:rPr>
                        <a:t> </a:t>
                      </a:r>
                      <a:r>
                        <a:rPr sz="1150" dirty="0">
                          <a:solidFill>
                            <a:srgbClr val="2B404F"/>
                          </a:solidFill>
                          <a:latin typeface="Verdana"/>
                          <a:cs typeface="Verdana"/>
                        </a:rPr>
                        <a:t>—</a:t>
                      </a:r>
                      <a:r>
                        <a:rPr sz="1150" spc="-125" dirty="0">
                          <a:solidFill>
                            <a:srgbClr val="2B404F"/>
                          </a:solidFill>
                          <a:latin typeface="Verdana"/>
                          <a:cs typeface="Verdana"/>
                        </a:rPr>
                        <a:t> </a:t>
                      </a:r>
                      <a:r>
                        <a:rPr sz="1150" spc="-10" dirty="0">
                          <a:solidFill>
                            <a:srgbClr val="2B404F"/>
                          </a:solidFill>
                          <a:latin typeface="Verdana"/>
                          <a:cs typeface="Verdana"/>
                        </a:rPr>
                        <a:t>alineadas</a:t>
                      </a:r>
                      <a:r>
                        <a:rPr sz="1150" spc="-50" dirty="0">
                          <a:solidFill>
                            <a:srgbClr val="2B404F"/>
                          </a:solidFill>
                          <a:latin typeface="Verdana"/>
                          <a:cs typeface="Verdana"/>
                        </a:rPr>
                        <a:t> </a:t>
                      </a:r>
                      <a:r>
                        <a:rPr sz="1150" dirty="0">
                          <a:solidFill>
                            <a:srgbClr val="2B404F"/>
                          </a:solidFill>
                          <a:latin typeface="Verdana"/>
                          <a:cs typeface="Verdana"/>
                        </a:rPr>
                        <a:t>con</a:t>
                      </a:r>
                      <a:r>
                        <a:rPr sz="1150" spc="80" dirty="0">
                          <a:solidFill>
                            <a:srgbClr val="2B404F"/>
                          </a:solidFill>
                          <a:latin typeface="Verdana"/>
                          <a:cs typeface="Verdana"/>
                        </a:rPr>
                        <a:t> </a:t>
                      </a:r>
                      <a:r>
                        <a:rPr sz="1150" spc="-25" dirty="0">
                          <a:solidFill>
                            <a:srgbClr val="2B404F"/>
                          </a:solidFill>
                          <a:latin typeface="Verdana"/>
                          <a:cs typeface="Verdana"/>
                        </a:rPr>
                        <a:t>DBR </a:t>
                      </a:r>
                      <a:r>
                        <a:rPr sz="1150" dirty="0">
                          <a:solidFill>
                            <a:srgbClr val="2B404F"/>
                          </a:solidFill>
                          <a:latin typeface="Verdana"/>
                          <a:cs typeface="Verdana"/>
                        </a:rPr>
                        <a:t>Estándar</a:t>
                      </a:r>
                      <a:r>
                        <a:rPr sz="1150" spc="-40" dirty="0">
                          <a:solidFill>
                            <a:srgbClr val="2B404F"/>
                          </a:solidFill>
                          <a:latin typeface="Verdana"/>
                          <a:cs typeface="Verdana"/>
                        </a:rPr>
                        <a:t> </a:t>
                      </a:r>
                      <a:r>
                        <a:rPr sz="1150" spc="-25" dirty="0">
                          <a:solidFill>
                            <a:srgbClr val="2B404F"/>
                          </a:solidFill>
                          <a:latin typeface="Verdana"/>
                          <a:cs typeface="Verdana"/>
                        </a:rPr>
                        <a:t>LTS</a:t>
                      </a:r>
                      <a:endParaRPr sz="1150">
                        <a:latin typeface="Verdana"/>
                        <a:cs typeface="Verdana"/>
                      </a:endParaRPr>
                    </a:p>
                  </a:txBody>
                  <a:tcPr marL="0" marR="0" marT="27305" marB="0">
                    <a:lnL w="9525">
                      <a:solidFill>
                        <a:srgbClr val="FFFBF5"/>
                      </a:solidFill>
                      <a:prstDash val="solid"/>
                    </a:lnL>
                    <a:lnR w="9525">
                      <a:solidFill>
                        <a:srgbClr val="FFFBF5"/>
                      </a:solidFill>
                      <a:prstDash val="solid"/>
                    </a:lnR>
                    <a:lnB w="12700">
                      <a:solidFill>
                        <a:srgbClr val="7E7E7E"/>
                      </a:solidFill>
                      <a:prstDash val="solid"/>
                    </a:lnB>
                    <a:solidFill>
                      <a:srgbClr val="FFFFFF">
                        <a:alpha val="3921"/>
                      </a:srgbClr>
                    </a:solidFill>
                  </a:tcPr>
                </a:tc>
                <a:tc>
                  <a:txBody>
                    <a:bodyPr/>
                    <a:lstStyle/>
                    <a:p>
                      <a:pPr marL="150495">
                        <a:lnSpc>
                          <a:spcPct val="100000"/>
                        </a:lnSpc>
                        <a:spcBef>
                          <a:spcPts val="944"/>
                        </a:spcBef>
                      </a:pPr>
                      <a:r>
                        <a:rPr sz="1150" dirty="0">
                          <a:solidFill>
                            <a:srgbClr val="2B404F"/>
                          </a:solidFill>
                          <a:latin typeface="Verdana"/>
                          <a:cs typeface="Verdana"/>
                        </a:rPr>
                        <a:t>Sí</a:t>
                      </a:r>
                      <a:r>
                        <a:rPr sz="1150" spc="-65" dirty="0">
                          <a:solidFill>
                            <a:srgbClr val="2B404F"/>
                          </a:solidFill>
                          <a:latin typeface="Verdana"/>
                          <a:cs typeface="Verdana"/>
                        </a:rPr>
                        <a:t> </a:t>
                      </a:r>
                      <a:r>
                        <a:rPr sz="1150" dirty="0">
                          <a:solidFill>
                            <a:srgbClr val="2B404F"/>
                          </a:solidFill>
                          <a:latin typeface="Verdana"/>
                          <a:cs typeface="Verdana"/>
                        </a:rPr>
                        <a:t>—</a:t>
                      </a:r>
                      <a:r>
                        <a:rPr sz="1150" spc="-175" dirty="0">
                          <a:solidFill>
                            <a:srgbClr val="2B404F"/>
                          </a:solidFill>
                          <a:latin typeface="Verdana"/>
                          <a:cs typeface="Verdana"/>
                        </a:rPr>
                        <a:t> </a:t>
                      </a:r>
                      <a:r>
                        <a:rPr sz="1150" spc="45" dirty="0">
                          <a:solidFill>
                            <a:srgbClr val="2B404F"/>
                          </a:solidFill>
                          <a:latin typeface="Verdana"/>
                          <a:cs typeface="Verdana"/>
                        </a:rPr>
                        <a:t>disponibles</a:t>
                      </a:r>
                      <a:r>
                        <a:rPr sz="1150" spc="-5" dirty="0">
                          <a:solidFill>
                            <a:srgbClr val="2B404F"/>
                          </a:solidFill>
                          <a:latin typeface="Verdana"/>
                          <a:cs typeface="Verdana"/>
                        </a:rPr>
                        <a:t> </a:t>
                      </a:r>
                      <a:r>
                        <a:rPr sz="1150" dirty="0">
                          <a:solidFill>
                            <a:srgbClr val="2B404F"/>
                          </a:solidFill>
                          <a:latin typeface="Verdana"/>
                          <a:cs typeface="Verdana"/>
                        </a:rPr>
                        <a:t>desde</a:t>
                      </a:r>
                      <a:r>
                        <a:rPr sz="1150" spc="5" dirty="0">
                          <a:solidFill>
                            <a:srgbClr val="2B404F"/>
                          </a:solidFill>
                          <a:latin typeface="Verdana"/>
                          <a:cs typeface="Verdana"/>
                        </a:rPr>
                        <a:t> </a:t>
                      </a:r>
                      <a:r>
                        <a:rPr sz="1150" spc="-25" dirty="0">
                          <a:solidFill>
                            <a:srgbClr val="2B404F"/>
                          </a:solidFill>
                          <a:latin typeface="Verdana"/>
                          <a:cs typeface="Verdana"/>
                        </a:rPr>
                        <a:t>DBR</a:t>
                      </a:r>
                      <a:endParaRPr sz="1150">
                        <a:latin typeface="Verdana"/>
                        <a:cs typeface="Verdana"/>
                      </a:endParaRPr>
                    </a:p>
                    <a:p>
                      <a:pPr marL="150495">
                        <a:lnSpc>
                          <a:spcPct val="100000"/>
                        </a:lnSpc>
                        <a:spcBef>
                          <a:spcPts val="505"/>
                        </a:spcBef>
                      </a:pPr>
                      <a:r>
                        <a:rPr sz="1150" spc="-75" dirty="0">
                          <a:solidFill>
                            <a:srgbClr val="2B404F"/>
                          </a:solidFill>
                          <a:latin typeface="Verdana"/>
                          <a:cs typeface="Verdana"/>
                        </a:rPr>
                        <a:t>12.x</a:t>
                      </a:r>
                      <a:r>
                        <a:rPr sz="1150" spc="-210" dirty="0">
                          <a:solidFill>
                            <a:srgbClr val="2B404F"/>
                          </a:solidFill>
                          <a:latin typeface="Verdana"/>
                          <a:cs typeface="Verdana"/>
                        </a:rPr>
                        <a:t> </a:t>
                      </a:r>
                      <a:r>
                        <a:rPr sz="1150" spc="-25" dirty="0">
                          <a:solidFill>
                            <a:srgbClr val="2B404F"/>
                          </a:solidFill>
                          <a:latin typeface="Verdana"/>
                          <a:cs typeface="Verdana"/>
                        </a:rPr>
                        <a:t>LTS</a:t>
                      </a:r>
                      <a:endParaRPr sz="1150">
                        <a:latin typeface="Verdana"/>
                        <a:cs typeface="Verdana"/>
                      </a:endParaRPr>
                    </a:p>
                  </a:txBody>
                  <a:tcPr marL="0" marR="0" marT="120014" marB="0">
                    <a:lnL w="9525">
                      <a:solidFill>
                        <a:srgbClr val="FFFBF5"/>
                      </a:solidFill>
                      <a:prstDash val="solid"/>
                    </a:lnL>
                    <a:lnR w="12700">
                      <a:solidFill>
                        <a:srgbClr val="7E7E7E"/>
                      </a:solidFill>
                      <a:prstDash val="solid"/>
                    </a:lnR>
                    <a:lnB w="12700">
                      <a:solidFill>
                        <a:srgbClr val="7E7E7E"/>
                      </a:solidFill>
                      <a:prstDash val="solid"/>
                    </a:lnB>
                    <a:solidFill>
                      <a:srgbClr val="F1F1F1">
                        <a:alpha val="14901"/>
                      </a:srgb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4519" y="634441"/>
            <a:ext cx="6426200" cy="574675"/>
          </a:xfrm>
          <a:prstGeom prst="rect">
            <a:avLst/>
          </a:prstGeom>
        </p:spPr>
        <p:txBody>
          <a:bodyPr vert="horz" wrap="square" lIns="0" tIns="12700" rIns="0" bIns="0" rtlCol="0">
            <a:spAutoFit/>
          </a:bodyPr>
          <a:lstStyle/>
          <a:p>
            <a:pPr marL="12700">
              <a:lnSpc>
                <a:spcPct val="100000"/>
              </a:lnSpc>
              <a:spcBef>
                <a:spcPts val="100"/>
              </a:spcBef>
            </a:pPr>
            <a:r>
              <a:rPr dirty="0"/>
              <a:t>Tipos</a:t>
            </a:r>
            <a:r>
              <a:rPr spc="-120" dirty="0"/>
              <a:t> </a:t>
            </a:r>
            <a:r>
              <a:rPr spc="50" dirty="0"/>
              <a:t>de</a:t>
            </a:r>
            <a:r>
              <a:rPr spc="-85" dirty="0"/>
              <a:t> </a:t>
            </a:r>
            <a:r>
              <a:rPr spc="135" dirty="0"/>
              <a:t>Cluster</a:t>
            </a:r>
            <a:r>
              <a:rPr spc="-135" dirty="0"/>
              <a:t> </a:t>
            </a:r>
            <a:r>
              <a:rPr dirty="0"/>
              <a:t>en</a:t>
            </a:r>
            <a:r>
              <a:rPr spc="-90" dirty="0"/>
              <a:t> </a:t>
            </a:r>
            <a:r>
              <a:rPr spc="95" dirty="0"/>
              <a:t>Databricks</a:t>
            </a:r>
          </a:p>
        </p:txBody>
      </p:sp>
      <p:sp>
        <p:nvSpPr>
          <p:cNvPr id="3" name="object 3"/>
          <p:cNvSpPr txBox="1"/>
          <p:nvPr/>
        </p:nvSpPr>
        <p:spPr>
          <a:xfrm>
            <a:off x="599643" y="1381175"/>
            <a:ext cx="10091420" cy="504190"/>
          </a:xfrm>
          <a:prstGeom prst="rect">
            <a:avLst/>
          </a:prstGeom>
        </p:spPr>
        <p:txBody>
          <a:bodyPr vert="horz" wrap="square" lIns="0" tIns="12700" rIns="0" bIns="0" rtlCol="0">
            <a:spAutoFit/>
          </a:bodyPr>
          <a:lstStyle/>
          <a:p>
            <a:pPr marL="12700" marR="5080">
              <a:lnSpc>
                <a:spcPct val="136500"/>
              </a:lnSpc>
              <a:spcBef>
                <a:spcPts val="100"/>
              </a:spcBef>
            </a:pPr>
            <a:r>
              <a:rPr sz="1150" spc="-10" dirty="0">
                <a:solidFill>
                  <a:srgbClr val="2B404F"/>
                </a:solidFill>
                <a:latin typeface="Tahoma"/>
                <a:cs typeface="Tahoma"/>
              </a:rPr>
              <a:t>La</a:t>
            </a:r>
            <a:r>
              <a:rPr sz="1150" spc="-180" dirty="0">
                <a:solidFill>
                  <a:srgbClr val="2B404F"/>
                </a:solidFill>
                <a:latin typeface="Tahoma"/>
                <a:cs typeface="Tahoma"/>
              </a:rPr>
              <a:t> </a:t>
            </a:r>
            <a:r>
              <a:rPr sz="1150" spc="75" dirty="0">
                <a:solidFill>
                  <a:srgbClr val="2B404F"/>
                </a:solidFill>
                <a:latin typeface="Tahoma"/>
                <a:cs typeface="Tahoma"/>
              </a:rPr>
              <a:t>elección</a:t>
            </a:r>
            <a:r>
              <a:rPr sz="1150" spc="-110" dirty="0">
                <a:solidFill>
                  <a:srgbClr val="2B404F"/>
                </a:solidFill>
                <a:latin typeface="Tahoma"/>
                <a:cs typeface="Tahoma"/>
              </a:rPr>
              <a:t> </a:t>
            </a:r>
            <a:r>
              <a:rPr sz="1150" dirty="0">
                <a:solidFill>
                  <a:srgbClr val="2B404F"/>
                </a:solidFill>
                <a:latin typeface="Tahoma"/>
                <a:cs typeface="Tahoma"/>
              </a:rPr>
              <a:t>del</a:t>
            </a:r>
            <a:r>
              <a:rPr sz="1150" spc="-105" dirty="0">
                <a:solidFill>
                  <a:srgbClr val="2B404F"/>
                </a:solidFill>
                <a:latin typeface="Tahoma"/>
                <a:cs typeface="Tahoma"/>
              </a:rPr>
              <a:t> </a:t>
            </a:r>
            <a:r>
              <a:rPr sz="1150" spc="50" dirty="0">
                <a:solidFill>
                  <a:srgbClr val="2B404F"/>
                </a:solidFill>
                <a:latin typeface="Tahoma"/>
                <a:cs typeface="Tahoma"/>
              </a:rPr>
              <a:t>tipo</a:t>
            </a:r>
            <a:r>
              <a:rPr sz="1150" spc="-75" dirty="0">
                <a:solidFill>
                  <a:srgbClr val="2B404F"/>
                </a:solidFill>
                <a:latin typeface="Tahoma"/>
                <a:cs typeface="Tahoma"/>
              </a:rPr>
              <a:t> </a:t>
            </a:r>
            <a:r>
              <a:rPr sz="1150" dirty="0">
                <a:solidFill>
                  <a:srgbClr val="2B404F"/>
                </a:solidFill>
                <a:latin typeface="Tahoma"/>
                <a:cs typeface="Tahoma"/>
              </a:rPr>
              <a:t>de</a:t>
            </a:r>
            <a:r>
              <a:rPr sz="1150" spc="-85" dirty="0">
                <a:solidFill>
                  <a:srgbClr val="2B404F"/>
                </a:solidFill>
                <a:latin typeface="Tahoma"/>
                <a:cs typeface="Tahoma"/>
              </a:rPr>
              <a:t> </a:t>
            </a:r>
            <a:r>
              <a:rPr sz="1150" dirty="0">
                <a:solidFill>
                  <a:srgbClr val="2B404F"/>
                </a:solidFill>
                <a:latin typeface="Tahoma"/>
                <a:cs typeface="Tahoma"/>
              </a:rPr>
              <a:t>clustertiene</a:t>
            </a:r>
            <a:r>
              <a:rPr sz="1150" spc="-170" dirty="0">
                <a:solidFill>
                  <a:srgbClr val="2B404F"/>
                </a:solidFill>
                <a:latin typeface="Tahoma"/>
                <a:cs typeface="Tahoma"/>
              </a:rPr>
              <a:t> </a:t>
            </a:r>
            <a:r>
              <a:rPr sz="1150" dirty="0">
                <a:solidFill>
                  <a:srgbClr val="2B404F"/>
                </a:solidFill>
                <a:latin typeface="Tahoma"/>
                <a:cs typeface="Tahoma"/>
              </a:rPr>
              <a:t>un</a:t>
            </a:r>
            <a:r>
              <a:rPr sz="1150" spc="-180" dirty="0">
                <a:solidFill>
                  <a:srgbClr val="2B404F"/>
                </a:solidFill>
                <a:latin typeface="Tahoma"/>
                <a:cs typeface="Tahoma"/>
              </a:rPr>
              <a:t> </a:t>
            </a:r>
            <a:r>
              <a:rPr sz="1150" spc="60" dirty="0">
                <a:solidFill>
                  <a:srgbClr val="2B404F"/>
                </a:solidFill>
                <a:latin typeface="Tahoma"/>
                <a:cs typeface="Tahoma"/>
              </a:rPr>
              <a:t>impacto</a:t>
            </a:r>
            <a:r>
              <a:rPr sz="1150" spc="-130" dirty="0">
                <a:solidFill>
                  <a:srgbClr val="2B404F"/>
                </a:solidFill>
                <a:latin typeface="Tahoma"/>
                <a:cs typeface="Tahoma"/>
              </a:rPr>
              <a:t> </a:t>
            </a:r>
            <a:r>
              <a:rPr sz="1150" spc="55" dirty="0">
                <a:solidFill>
                  <a:srgbClr val="2B404F"/>
                </a:solidFill>
                <a:latin typeface="Tahoma"/>
                <a:cs typeface="Tahoma"/>
              </a:rPr>
              <a:t>directo</a:t>
            </a:r>
            <a:r>
              <a:rPr sz="1150" spc="-80" dirty="0">
                <a:solidFill>
                  <a:srgbClr val="2B404F"/>
                </a:solidFill>
                <a:latin typeface="Tahoma"/>
                <a:cs typeface="Tahoma"/>
              </a:rPr>
              <a:t> </a:t>
            </a:r>
            <a:r>
              <a:rPr sz="1150" dirty="0">
                <a:solidFill>
                  <a:srgbClr val="2B404F"/>
                </a:solidFill>
                <a:latin typeface="Tahoma"/>
                <a:cs typeface="Tahoma"/>
              </a:rPr>
              <a:t>en</a:t>
            </a:r>
            <a:r>
              <a:rPr sz="1150" spc="-180" dirty="0">
                <a:solidFill>
                  <a:srgbClr val="2B404F"/>
                </a:solidFill>
                <a:latin typeface="Tahoma"/>
                <a:cs typeface="Tahoma"/>
              </a:rPr>
              <a:t> </a:t>
            </a:r>
            <a:r>
              <a:rPr sz="1150" spc="55" dirty="0">
                <a:solidFill>
                  <a:srgbClr val="2B404F"/>
                </a:solidFill>
                <a:latin typeface="Tahoma"/>
                <a:cs typeface="Tahoma"/>
              </a:rPr>
              <a:t>los</a:t>
            </a:r>
            <a:r>
              <a:rPr sz="1150" spc="-105" dirty="0">
                <a:solidFill>
                  <a:srgbClr val="2B404F"/>
                </a:solidFill>
                <a:latin typeface="Tahoma"/>
                <a:cs typeface="Tahoma"/>
              </a:rPr>
              <a:t> </a:t>
            </a:r>
            <a:r>
              <a:rPr sz="1150" spc="70" dirty="0">
                <a:solidFill>
                  <a:srgbClr val="2B404F"/>
                </a:solidFill>
                <a:latin typeface="Tahoma"/>
                <a:cs typeface="Tahoma"/>
              </a:rPr>
              <a:t>costos</a:t>
            </a:r>
            <a:r>
              <a:rPr sz="1150" spc="-35" dirty="0">
                <a:solidFill>
                  <a:srgbClr val="2B404F"/>
                </a:solidFill>
                <a:latin typeface="Tahoma"/>
                <a:cs typeface="Tahoma"/>
              </a:rPr>
              <a:t> </a:t>
            </a:r>
            <a:r>
              <a:rPr sz="1150" spc="-10" dirty="0">
                <a:solidFill>
                  <a:srgbClr val="2B404F"/>
                </a:solidFill>
                <a:latin typeface="Tahoma"/>
                <a:cs typeface="Tahoma"/>
              </a:rPr>
              <a:t>operativos</a:t>
            </a:r>
            <a:r>
              <a:rPr sz="1150" spc="-145" dirty="0">
                <a:solidFill>
                  <a:srgbClr val="2B404F"/>
                </a:solidFill>
                <a:latin typeface="Tahoma"/>
                <a:cs typeface="Tahoma"/>
              </a:rPr>
              <a:t> </a:t>
            </a:r>
            <a:r>
              <a:rPr sz="1150" dirty="0">
                <a:solidFill>
                  <a:srgbClr val="2B404F"/>
                </a:solidFill>
                <a:latin typeface="Tahoma"/>
                <a:cs typeface="Tahoma"/>
              </a:rPr>
              <a:t>yen</a:t>
            </a:r>
            <a:r>
              <a:rPr sz="1150" spc="-180" dirty="0">
                <a:solidFill>
                  <a:srgbClr val="2B404F"/>
                </a:solidFill>
                <a:latin typeface="Tahoma"/>
                <a:cs typeface="Tahoma"/>
              </a:rPr>
              <a:t> </a:t>
            </a:r>
            <a:r>
              <a:rPr sz="1150" dirty="0">
                <a:solidFill>
                  <a:srgbClr val="2B404F"/>
                </a:solidFill>
                <a:latin typeface="Tahoma"/>
                <a:cs typeface="Tahoma"/>
              </a:rPr>
              <a:t>la</a:t>
            </a:r>
            <a:r>
              <a:rPr sz="1150" spc="-165" dirty="0">
                <a:solidFill>
                  <a:srgbClr val="2B404F"/>
                </a:solidFill>
                <a:latin typeface="Tahoma"/>
                <a:cs typeface="Tahoma"/>
              </a:rPr>
              <a:t> </a:t>
            </a:r>
            <a:r>
              <a:rPr sz="1150" spc="50" dirty="0">
                <a:solidFill>
                  <a:srgbClr val="2B404F"/>
                </a:solidFill>
                <a:latin typeface="Tahoma"/>
                <a:cs typeface="Tahoma"/>
              </a:rPr>
              <a:t>estabilidad</a:t>
            </a:r>
            <a:r>
              <a:rPr sz="1150" spc="-130" dirty="0">
                <a:solidFill>
                  <a:srgbClr val="2B404F"/>
                </a:solidFill>
                <a:latin typeface="Tahoma"/>
                <a:cs typeface="Tahoma"/>
              </a:rPr>
              <a:t> </a:t>
            </a:r>
            <a:r>
              <a:rPr sz="1150" dirty="0">
                <a:solidFill>
                  <a:srgbClr val="2B404F"/>
                </a:solidFill>
                <a:latin typeface="Tahoma"/>
                <a:cs typeface="Tahoma"/>
              </a:rPr>
              <a:t>de</a:t>
            </a:r>
            <a:r>
              <a:rPr sz="1150" spc="-85" dirty="0">
                <a:solidFill>
                  <a:srgbClr val="2B404F"/>
                </a:solidFill>
                <a:latin typeface="Tahoma"/>
                <a:cs typeface="Tahoma"/>
              </a:rPr>
              <a:t> </a:t>
            </a:r>
            <a:r>
              <a:rPr sz="1150" spc="55" dirty="0">
                <a:solidFill>
                  <a:srgbClr val="2B404F"/>
                </a:solidFill>
                <a:latin typeface="Tahoma"/>
                <a:cs typeface="Tahoma"/>
              </a:rPr>
              <a:t>los</a:t>
            </a:r>
            <a:r>
              <a:rPr sz="1150" spc="-105" dirty="0">
                <a:solidFill>
                  <a:srgbClr val="2B404F"/>
                </a:solidFill>
                <a:latin typeface="Tahoma"/>
                <a:cs typeface="Tahoma"/>
              </a:rPr>
              <a:t> </a:t>
            </a:r>
            <a:r>
              <a:rPr sz="1150" spc="50" dirty="0">
                <a:solidFill>
                  <a:srgbClr val="2B404F"/>
                </a:solidFill>
                <a:latin typeface="Tahoma"/>
                <a:cs typeface="Tahoma"/>
              </a:rPr>
              <a:t>pipelines</a:t>
            </a:r>
            <a:r>
              <a:rPr sz="1150" spc="-95" dirty="0">
                <a:solidFill>
                  <a:srgbClr val="2B404F"/>
                </a:solidFill>
                <a:latin typeface="Tahoma"/>
                <a:cs typeface="Tahoma"/>
              </a:rPr>
              <a:t> </a:t>
            </a:r>
            <a:r>
              <a:rPr sz="1150" dirty="0">
                <a:solidFill>
                  <a:srgbClr val="2B404F"/>
                </a:solidFill>
                <a:latin typeface="Tahoma"/>
                <a:cs typeface="Tahoma"/>
              </a:rPr>
              <a:t>de</a:t>
            </a:r>
            <a:r>
              <a:rPr sz="1150" spc="-85" dirty="0">
                <a:solidFill>
                  <a:srgbClr val="2B404F"/>
                </a:solidFill>
                <a:latin typeface="Tahoma"/>
                <a:cs typeface="Tahoma"/>
              </a:rPr>
              <a:t> </a:t>
            </a:r>
            <a:r>
              <a:rPr sz="1150" spc="50" dirty="0">
                <a:solidFill>
                  <a:srgbClr val="2B404F"/>
                </a:solidFill>
                <a:latin typeface="Tahoma"/>
                <a:cs typeface="Tahoma"/>
              </a:rPr>
              <a:t>producción.</a:t>
            </a:r>
            <a:r>
              <a:rPr sz="1150" spc="-65" dirty="0">
                <a:solidFill>
                  <a:srgbClr val="2B404F"/>
                </a:solidFill>
                <a:latin typeface="Tahoma"/>
                <a:cs typeface="Tahoma"/>
              </a:rPr>
              <a:t> </a:t>
            </a:r>
            <a:r>
              <a:rPr sz="1150" spc="-20" dirty="0">
                <a:solidFill>
                  <a:srgbClr val="2B404F"/>
                </a:solidFill>
                <a:latin typeface="Tahoma"/>
                <a:cs typeface="Tahoma"/>
              </a:rPr>
              <a:t>Esta</a:t>
            </a:r>
            <a:r>
              <a:rPr sz="1150" spc="-90" dirty="0">
                <a:solidFill>
                  <a:srgbClr val="2B404F"/>
                </a:solidFill>
                <a:latin typeface="Tahoma"/>
                <a:cs typeface="Tahoma"/>
              </a:rPr>
              <a:t> </a:t>
            </a:r>
            <a:r>
              <a:rPr sz="1150" spc="60" dirty="0">
                <a:solidFill>
                  <a:srgbClr val="2B404F"/>
                </a:solidFill>
                <a:latin typeface="Tahoma"/>
                <a:cs typeface="Tahoma"/>
              </a:rPr>
              <a:t>distinción</a:t>
            </a:r>
            <a:r>
              <a:rPr sz="1150" spc="-110" dirty="0">
                <a:solidFill>
                  <a:srgbClr val="2B404F"/>
                </a:solidFill>
                <a:latin typeface="Tahoma"/>
                <a:cs typeface="Tahoma"/>
              </a:rPr>
              <a:t> </a:t>
            </a:r>
            <a:r>
              <a:rPr sz="1150" spc="-10" dirty="0">
                <a:solidFill>
                  <a:srgbClr val="2B404F"/>
                </a:solidFill>
                <a:latin typeface="Tahoma"/>
                <a:cs typeface="Tahoma"/>
              </a:rPr>
              <a:t>aparece </a:t>
            </a:r>
            <a:r>
              <a:rPr sz="1150" spc="10" dirty="0">
                <a:solidFill>
                  <a:srgbClr val="2B404F"/>
                </a:solidFill>
                <a:latin typeface="Tahoma"/>
                <a:cs typeface="Tahoma"/>
              </a:rPr>
              <a:t>frecuentemente</a:t>
            </a:r>
            <a:r>
              <a:rPr sz="1150" spc="-175" dirty="0">
                <a:solidFill>
                  <a:srgbClr val="2B404F"/>
                </a:solidFill>
                <a:latin typeface="Tahoma"/>
                <a:cs typeface="Tahoma"/>
              </a:rPr>
              <a:t> </a:t>
            </a:r>
            <a:r>
              <a:rPr sz="1150" spc="10" dirty="0">
                <a:solidFill>
                  <a:srgbClr val="2B404F"/>
                </a:solidFill>
                <a:latin typeface="Tahoma"/>
                <a:cs typeface="Tahoma"/>
              </a:rPr>
              <a:t>en</a:t>
            </a:r>
            <a:r>
              <a:rPr sz="1150" spc="-145" dirty="0">
                <a:solidFill>
                  <a:srgbClr val="2B404F"/>
                </a:solidFill>
                <a:latin typeface="Tahoma"/>
                <a:cs typeface="Tahoma"/>
              </a:rPr>
              <a:t> </a:t>
            </a:r>
            <a:r>
              <a:rPr sz="1150" spc="10" dirty="0">
                <a:solidFill>
                  <a:srgbClr val="2B404F"/>
                </a:solidFill>
                <a:latin typeface="Tahoma"/>
                <a:cs typeface="Tahoma"/>
              </a:rPr>
              <a:t>el</a:t>
            </a:r>
            <a:r>
              <a:rPr sz="1150" spc="-145" dirty="0">
                <a:solidFill>
                  <a:srgbClr val="2B404F"/>
                </a:solidFill>
                <a:latin typeface="Tahoma"/>
                <a:cs typeface="Tahoma"/>
              </a:rPr>
              <a:t> </a:t>
            </a:r>
            <a:r>
              <a:rPr sz="1150" dirty="0">
                <a:solidFill>
                  <a:srgbClr val="2B404F"/>
                </a:solidFill>
                <a:latin typeface="Tahoma"/>
                <a:cs typeface="Tahoma"/>
              </a:rPr>
              <a:t>examen</a:t>
            </a:r>
            <a:r>
              <a:rPr sz="1150" spc="-175" dirty="0">
                <a:solidFill>
                  <a:srgbClr val="2B404F"/>
                </a:solidFill>
                <a:latin typeface="Tahoma"/>
                <a:cs typeface="Tahoma"/>
              </a:rPr>
              <a:t> </a:t>
            </a:r>
            <a:r>
              <a:rPr sz="1150" spc="10" dirty="0">
                <a:solidFill>
                  <a:srgbClr val="2B404F"/>
                </a:solidFill>
                <a:latin typeface="Tahoma"/>
                <a:cs typeface="Tahoma"/>
              </a:rPr>
              <a:t>de</a:t>
            </a:r>
            <a:r>
              <a:rPr sz="1150" spc="-60" dirty="0">
                <a:solidFill>
                  <a:srgbClr val="2B404F"/>
                </a:solidFill>
                <a:latin typeface="Tahoma"/>
                <a:cs typeface="Tahoma"/>
              </a:rPr>
              <a:t> </a:t>
            </a:r>
            <a:r>
              <a:rPr sz="1150" spc="35" dirty="0">
                <a:solidFill>
                  <a:srgbClr val="2B404F"/>
                </a:solidFill>
                <a:latin typeface="Tahoma"/>
                <a:cs typeface="Tahoma"/>
              </a:rPr>
              <a:t>certificación.</a:t>
            </a:r>
            <a:endParaRPr sz="1150">
              <a:latin typeface="Tahoma"/>
              <a:cs typeface="Tahoma"/>
            </a:endParaRPr>
          </a:p>
        </p:txBody>
      </p:sp>
      <p:sp>
        <p:nvSpPr>
          <p:cNvPr id="4" name="object 4"/>
          <p:cNvSpPr/>
          <p:nvPr/>
        </p:nvSpPr>
        <p:spPr>
          <a:xfrm>
            <a:off x="600075" y="2171699"/>
            <a:ext cx="3314700" cy="2466975"/>
          </a:xfrm>
          <a:custGeom>
            <a:avLst/>
            <a:gdLst/>
            <a:ahLst/>
            <a:cxnLst/>
            <a:rect l="l" t="t" r="r" b="b"/>
            <a:pathLst>
              <a:path w="3314700" h="2466975">
                <a:moveTo>
                  <a:pt x="3314700" y="16256"/>
                </a:moveTo>
                <a:lnTo>
                  <a:pt x="3298444" y="0"/>
                </a:lnTo>
                <a:lnTo>
                  <a:pt x="16268" y="0"/>
                </a:lnTo>
                <a:lnTo>
                  <a:pt x="0" y="16256"/>
                </a:lnTo>
                <a:lnTo>
                  <a:pt x="0" y="2450719"/>
                </a:lnTo>
                <a:lnTo>
                  <a:pt x="13868" y="2466467"/>
                </a:lnTo>
                <a:lnTo>
                  <a:pt x="16268" y="2466975"/>
                </a:lnTo>
                <a:lnTo>
                  <a:pt x="3298444" y="2466975"/>
                </a:lnTo>
                <a:lnTo>
                  <a:pt x="3300857" y="2466467"/>
                </a:lnTo>
                <a:lnTo>
                  <a:pt x="3314700" y="2450719"/>
                </a:lnTo>
                <a:lnTo>
                  <a:pt x="3314700" y="16256"/>
                </a:lnTo>
                <a:close/>
              </a:path>
            </a:pathLst>
          </a:custGeom>
          <a:solidFill>
            <a:srgbClr val="E8E8E8"/>
          </a:solidFill>
        </p:spPr>
        <p:txBody>
          <a:bodyPr wrap="square" lIns="0" tIns="0" rIns="0" bIns="0" rtlCol="0"/>
          <a:lstStyle/>
          <a:p>
            <a:endParaRPr/>
          </a:p>
        </p:txBody>
      </p:sp>
      <p:sp>
        <p:nvSpPr>
          <p:cNvPr id="5" name="object 5"/>
          <p:cNvSpPr txBox="1"/>
          <p:nvPr/>
        </p:nvSpPr>
        <p:spPr>
          <a:xfrm>
            <a:off x="737108" y="2285492"/>
            <a:ext cx="2539365" cy="2153920"/>
          </a:xfrm>
          <a:prstGeom prst="rect">
            <a:avLst/>
          </a:prstGeom>
        </p:spPr>
        <p:txBody>
          <a:bodyPr vert="horz" wrap="square" lIns="0" tIns="12700" rIns="0" bIns="0" rtlCol="0">
            <a:spAutoFit/>
          </a:bodyPr>
          <a:lstStyle/>
          <a:p>
            <a:pPr marL="12700">
              <a:lnSpc>
                <a:spcPct val="100000"/>
              </a:lnSpc>
              <a:spcBef>
                <a:spcPts val="100"/>
              </a:spcBef>
            </a:pPr>
            <a:r>
              <a:rPr sz="1450" b="1" spc="10" dirty="0">
                <a:solidFill>
                  <a:srgbClr val="114E71"/>
                </a:solidFill>
                <a:latin typeface="Trebuchet MS"/>
                <a:cs typeface="Trebuchet MS"/>
              </a:rPr>
              <a:t>All-Purpose</a:t>
            </a:r>
            <a:r>
              <a:rPr sz="1450" b="1" spc="55" dirty="0">
                <a:solidFill>
                  <a:srgbClr val="114E71"/>
                </a:solidFill>
                <a:latin typeface="Trebuchet MS"/>
                <a:cs typeface="Trebuchet MS"/>
              </a:rPr>
              <a:t> </a:t>
            </a:r>
            <a:r>
              <a:rPr sz="1450" b="1" spc="-10" dirty="0">
                <a:solidFill>
                  <a:srgbClr val="114E71"/>
                </a:solidFill>
                <a:latin typeface="Trebuchet MS"/>
                <a:cs typeface="Trebuchet MS"/>
              </a:rPr>
              <a:t>Cluster</a:t>
            </a:r>
            <a:endParaRPr sz="1450">
              <a:latin typeface="Trebuchet MS"/>
              <a:cs typeface="Trebuchet MS"/>
            </a:endParaRPr>
          </a:p>
          <a:p>
            <a:pPr marL="424815" indent="-173355">
              <a:lnSpc>
                <a:spcPct val="100000"/>
              </a:lnSpc>
              <a:spcBef>
                <a:spcPts val="1019"/>
              </a:spcBef>
              <a:buFont typeface="Arial MT"/>
              <a:buChar char="•"/>
              <a:tabLst>
                <a:tab pos="424815" algn="l"/>
              </a:tabLst>
            </a:pPr>
            <a:r>
              <a:rPr sz="1150" dirty="0">
                <a:solidFill>
                  <a:srgbClr val="2B404F"/>
                </a:solidFill>
                <a:latin typeface="Tahoma"/>
                <a:cs typeface="Tahoma"/>
              </a:rPr>
              <a:t>Acceso</a:t>
            </a:r>
            <a:r>
              <a:rPr sz="1150" spc="-55" dirty="0">
                <a:solidFill>
                  <a:srgbClr val="2B404F"/>
                </a:solidFill>
                <a:latin typeface="Tahoma"/>
                <a:cs typeface="Tahoma"/>
              </a:rPr>
              <a:t> </a:t>
            </a:r>
            <a:r>
              <a:rPr sz="1150" spc="-10" dirty="0">
                <a:solidFill>
                  <a:srgbClr val="2B404F"/>
                </a:solidFill>
                <a:latin typeface="Tahoma"/>
                <a:cs typeface="Tahoma"/>
              </a:rPr>
              <a:t>interactivo</a:t>
            </a:r>
            <a:r>
              <a:rPr sz="1150" spc="-25" dirty="0">
                <a:solidFill>
                  <a:srgbClr val="2B404F"/>
                </a:solidFill>
                <a:latin typeface="Tahoma"/>
                <a:cs typeface="Tahoma"/>
              </a:rPr>
              <a:t> </a:t>
            </a:r>
            <a:r>
              <a:rPr sz="1150" spc="-65" dirty="0">
                <a:solidFill>
                  <a:srgbClr val="2B404F"/>
                </a:solidFill>
                <a:latin typeface="Tahoma"/>
                <a:cs typeface="Tahoma"/>
              </a:rPr>
              <a:t>y</a:t>
            </a:r>
            <a:r>
              <a:rPr sz="1150" spc="-10" dirty="0">
                <a:solidFill>
                  <a:srgbClr val="2B404F"/>
                </a:solidFill>
                <a:latin typeface="Tahoma"/>
                <a:cs typeface="Tahoma"/>
              </a:rPr>
              <a:t> multiusuario</a:t>
            </a:r>
            <a:endParaRPr sz="1150">
              <a:latin typeface="Tahoma"/>
              <a:cs typeface="Tahoma"/>
            </a:endParaRPr>
          </a:p>
          <a:p>
            <a:pPr marL="424180" marR="81280" indent="-172720">
              <a:lnSpc>
                <a:spcPct val="136500"/>
              </a:lnSpc>
              <a:spcBef>
                <a:spcPts val="335"/>
              </a:spcBef>
              <a:buFont typeface="Arial MT"/>
              <a:buChar char="•"/>
              <a:tabLst>
                <a:tab pos="424180" algn="l"/>
              </a:tabLst>
            </a:pPr>
            <a:r>
              <a:rPr sz="1150" dirty="0">
                <a:solidFill>
                  <a:srgbClr val="2B404F"/>
                </a:solidFill>
                <a:latin typeface="Tahoma"/>
                <a:cs typeface="Tahoma"/>
              </a:rPr>
              <a:t>Se</a:t>
            </a:r>
            <a:r>
              <a:rPr sz="1150" spc="-80" dirty="0">
                <a:solidFill>
                  <a:srgbClr val="2B404F"/>
                </a:solidFill>
                <a:latin typeface="Tahoma"/>
                <a:cs typeface="Tahoma"/>
              </a:rPr>
              <a:t> </a:t>
            </a:r>
            <a:r>
              <a:rPr sz="1150" dirty="0">
                <a:solidFill>
                  <a:srgbClr val="2B404F"/>
                </a:solidFill>
                <a:latin typeface="Tahoma"/>
                <a:cs typeface="Tahoma"/>
              </a:rPr>
              <a:t>inicia</a:t>
            </a:r>
            <a:r>
              <a:rPr sz="1150" spc="-70" dirty="0">
                <a:solidFill>
                  <a:srgbClr val="2B404F"/>
                </a:solidFill>
                <a:latin typeface="Tahoma"/>
                <a:cs typeface="Tahoma"/>
              </a:rPr>
              <a:t> </a:t>
            </a:r>
            <a:r>
              <a:rPr sz="1150" dirty="0">
                <a:solidFill>
                  <a:srgbClr val="2B404F"/>
                </a:solidFill>
                <a:latin typeface="Tahoma"/>
                <a:cs typeface="Tahoma"/>
              </a:rPr>
              <a:t>manualmente,</a:t>
            </a:r>
            <a:r>
              <a:rPr sz="1150" spc="-120" dirty="0">
                <a:solidFill>
                  <a:srgbClr val="2B404F"/>
                </a:solidFill>
                <a:latin typeface="Tahoma"/>
                <a:cs typeface="Tahoma"/>
              </a:rPr>
              <a:t> </a:t>
            </a:r>
            <a:r>
              <a:rPr sz="1150" spc="-10" dirty="0">
                <a:solidFill>
                  <a:srgbClr val="2B404F"/>
                </a:solidFill>
                <a:latin typeface="Tahoma"/>
                <a:cs typeface="Tahoma"/>
              </a:rPr>
              <a:t>persiste entre</a:t>
            </a:r>
            <a:r>
              <a:rPr sz="1150" spc="-125" dirty="0">
                <a:solidFill>
                  <a:srgbClr val="2B404F"/>
                </a:solidFill>
                <a:latin typeface="Tahoma"/>
                <a:cs typeface="Tahoma"/>
              </a:rPr>
              <a:t> </a:t>
            </a:r>
            <a:r>
              <a:rPr sz="1150" spc="-10" dirty="0">
                <a:solidFill>
                  <a:srgbClr val="2B404F"/>
                </a:solidFill>
                <a:latin typeface="Tahoma"/>
                <a:cs typeface="Tahoma"/>
              </a:rPr>
              <a:t>sesiones</a:t>
            </a:r>
            <a:endParaRPr sz="1150">
              <a:latin typeface="Tahoma"/>
              <a:cs typeface="Tahoma"/>
            </a:endParaRPr>
          </a:p>
          <a:p>
            <a:pPr marL="424815" indent="-173355">
              <a:lnSpc>
                <a:spcPct val="100000"/>
              </a:lnSpc>
              <a:spcBef>
                <a:spcPts val="1000"/>
              </a:spcBef>
              <a:buFont typeface="Arial MT"/>
              <a:buChar char="•"/>
              <a:tabLst>
                <a:tab pos="424815" algn="l"/>
              </a:tabLst>
            </a:pPr>
            <a:r>
              <a:rPr sz="1150" dirty="0">
                <a:solidFill>
                  <a:srgbClr val="2B404F"/>
                </a:solidFill>
                <a:latin typeface="Tahoma"/>
                <a:cs typeface="Tahoma"/>
              </a:rPr>
              <a:t>Alto</a:t>
            </a:r>
            <a:r>
              <a:rPr sz="1150" spc="-120" dirty="0">
                <a:solidFill>
                  <a:srgbClr val="2B404F"/>
                </a:solidFill>
                <a:latin typeface="Tahoma"/>
                <a:cs typeface="Tahoma"/>
              </a:rPr>
              <a:t> </a:t>
            </a:r>
            <a:r>
              <a:rPr sz="1150" dirty="0">
                <a:solidFill>
                  <a:srgbClr val="2B404F"/>
                </a:solidFill>
                <a:latin typeface="Tahoma"/>
                <a:cs typeface="Tahoma"/>
              </a:rPr>
              <a:t>costo:</a:t>
            </a:r>
            <a:r>
              <a:rPr sz="1150" spc="-95" dirty="0">
                <a:solidFill>
                  <a:srgbClr val="2B404F"/>
                </a:solidFill>
                <a:latin typeface="Tahoma"/>
                <a:cs typeface="Tahoma"/>
              </a:rPr>
              <a:t> </a:t>
            </a:r>
            <a:r>
              <a:rPr sz="1150" dirty="0">
                <a:solidFill>
                  <a:srgbClr val="2B404F"/>
                </a:solidFill>
                <a:latin typeface="Tahoma"/>
                <a:cs typeface="Tahoma"/>
              </a:rPr>
              <a:t>factura</a:t>
            </a:r>
            <a:r>
              <a:rPr sz="1150" spc="-120" dirty="0">
                <a:solidFill>
                  <a:srgbClr val="2B404F"/>
                </a:solidFill>
                <a:latin typeface="Tahoma"/>
                <a:cs typeface="Tahoma"/>
              </a:rPr>
              <a:t> </a:t>
            </a:r>
            <a:r>
              <a:rPr sz="1150" dirty="0">
                <a:solidFill>
                  <a:srgbClr val="2B404F"/>
                </a:solidFill>
                <a:latin typeface="Tahoma"/>
                <a:cs typeface="Tahoma"/>
              </a:rPr>
              <a:t>aunque</a:t>
            </a:r>
            <a:r>
              <a:rPr sz="1150" spc="-120" dirty="0">
                <a:solidFill>
                  <a:srgbClr val="2B404F"/>
                </a:solidFill>
                <a:latin typeface="Tahoma"/>
                <a:cs typeface="Tahoma"/>
              </a:rPr>
              <a:t> </a:t>
            </a:r>
            <a:r>
              <a:rPr sz="1150" spc="-20" dirty="0">
                <a:solidFill>
                  <a:srgbClr val="2B404F"/>
                </a:solidFill>
                <a:latin typeface="Tahoma"/>
                <a:cs typeface="Tahoma"/>
              </a:rPr>
              <a:t>esté</a:t>
            </a:r>
            <a:endParaRPr sz="1150">
              <a:latin typeface="Tahoma"/>
              <a:cs typeface="Tahoma"/>
            </a:endParaRPr>
          </a:p>
          <a:p>
            <a:pPr marL="424180">
              <a:lnSpc>
                <a:spcPct val="100000"/>
              </a:lnSpc>
              <a:spcBef>
                <a:spcPts val="490"/>
              </a:spcBef>
            </a:pPr>
            <a:r>
              <a:rPr sz="1150" spc="-10" dirty="0">
                <a:solidFill>
                  <a:srgbClr val="2B404F"/>
                </a:solidFill>
                <a:latin typeface="Tahoma"/>
                <a:cs typeface="Tahoma"/>
              </a:rPr>
              <a:t>inactivo</a:t>
            </a:r>
            <a:endParaRPr sz="1150">
              <a:latin typeface="Tahoma"/>
              <a:cs typeface="Tahoma"/>
            </a:endParaRPr>
          </a:p>
          <a:p>
            <a:pPr marL="424180" marR="433070" indent="-172720">
              <a:lnSpc>
                <a:spcPct val="136500"/>
              </a:lnSpc>
              <a:spcBef>
                <a:spcPts val="495"/>
              </a:spcBef>
              <a:buFont typeface="Arial MT"/>
              <a:buChar char="•"/>
              <a:tabLst>
                <a:tab pos="424180" algn="l"/>
              </a:tabLst>
            </a:pPr>
            <a:r>
              <a:rPr sz="1150" b="1" dirty="0">
                <a:solidFill>
                  <a:srgbClr val="2B404F"/>
                </a:solidFill>
                <a:latin typeface="Trebuchet MS"/>
                <a:cs typeface="Trebuchet MS"/>
              </a:rPr>
              <a:t>Uso</a:t>
            </a:r>
            <a:r>
              <a:rPr sz="1150" b="1" spc="-30" dirty="0">
                <a:solidFill>
                  <a:srgbClr val="2B404F"/>
                </a:solidFill>
                <a:latin typeface="Trebuchet MS"/>
                <a:cs typeface="Trebuchet MS"/>
              </a:rPr>
              <a:t> correcto:</a:t>
            </a:r>
            <a:r>
              <a:rPr sz="1150" b="1" spc="-25" dirty="0">
                <a:solidFill>
                  <a:srgbClr val="2B404F"/>
                </a:solidFill>
                <a:latin typeface="Trebuchet MS"/>
                <a:cs typeface="Trebuchet MS"/>
              </a:rPr>
              <a:t> </a:t>
            </a:r>
            <a:r>
              <a:rPr sz="1150" dirty="0">
                <a:solidFill>
                  <a:srgbClr val="2B404F"/>
                </a:solidFill>
                <a:latin typeface="Tahoma"/>
                <a:cs typeface="Tahoma"/>
              </a:rPr>
              <a:t>desarrollo</a:t>
            </a:r>
            <a:r>
              <a:rPr sz="1150" spc="-25" dirty="0">
                <a:solidFill>
                  <a:srgbClr val="2B404F"/>
                </a:solidFill>
                <a:latin typeface="Tahoma"/>
                <a:cs typeface="Tahoma"/>
              </a:rPr>
              <a:t> </a:t>
            </a:r>
            <a:r>
              <a:rPr sz="1150" spc="-50" dirty="0">
                <a:solidFill>
                  <a:srgbClr val="2B404F"/>
                </a:solidFill>
                <a:latin typeface="Tahoma"/>
                <a:cs typeface="Tahoma"/>
              </a:rPr>
              <a:t>y </a:t>
            </a:r>
            <a:r>
              <a:rPr sz="1150" spc="-10" dirty="0">
                <a:solidFill>
                  <a:srgbClr val="2B404F"/>
                </a:solidFill>
                <a:latin typeface="Tahoma"/>
                <a:cs typeface="Tahoma"/>
              </a:rPr>
              <a:t>exploración</a:t>
            </a:r>
            <a:endParaRPr sz="1150">
              <a:latin typeface="Tahoma"/>
              <a:cs typeface="Tahoma"/>
            </a:endParaRPr>
          </a:p>
        </p:txBody>
      </p:sp>
      <p:sp>
        <p:nvSpPr>
          <p:cNvPr id="6" name="object 6"/>
          <p:cNvSpPr/>
          <p:nvPr/>
        </p:nvSpPr>
        <p:spPr>
          <a:xfrm>
            <a:off x="4057650" y="2171699"/>
            <a:ext cx="3314700" cy="2466975"/>
          </a:xfrm>
          <a:custGeom>
            <a:avLst/>
            <a:gdLst/>
            <a:ahLst/>
            <a:cxnLst/>
            <a:rect l="l" t="t" r="r" b="b"/>
            <a:pathLst>
              <a:path w="3314700" h="2466975">
                <a:moveTo>
                  <a:pt x="3314700" y="16256"/>
                </a:moveTo>
                <a:lnTo>
                  <a:pt x="3298444" y="0"/>
                </a:lnTo>
                <a:lnTo>
                  <a:pt x="16256" y="0"/>
                </a:lnTo>
                <a:lnTo>
                  <a:pt x="0" y="16256"/>
                </a:lnTo>
                <a:lnTo>
                  <a:pt x="0" y="2450719"/>
                </a:lnTo>
                <a:lnTo>
                  <a:pt x="13843" y="2466467"/>
                </a:lnTo>
                <a:lnTo>
                  <a:pt x="16256" y="2466975"/>
                </a:lnTo>
                <a:lnTo>
                  <a:pt x="3298444" y="2466975"/>
                </a:lnTo>
                <a:lnTo>
                  <a:pt x="3300857" y="2466467"/>
                </a:lnTo>
                <a:lnTo>
                  <a:pt x="3314700" y="2450719"/>
                </a:lnTo>
                <a:lnTo>
                  <a:pt x="3314700" y="16256"/>
                </a:lnTo>
                <a:close/>
              </a:path>
            </a:pathLst>
          </a:custGeom>
          <a:solidFill>
            <a:srgbClr val="E8E8E8"/>
          </a:solidFill>
        </p:spPr>
        <p:txBody>
          <a:bodyPr wrap="square" lIns="0" tIns="0" rIns="0" bIns="0" rtlCol="0"/>
          <a:lstStyle/>
          <a:p>
            <a:endParaRPr/>
          </a:p>
        </p:txBody>
      </p:sp>
      <p:sp>
        <p:nvSpPr>
          <p:cNvPr id="7" name="object 7"/>
          <p:cNvSpPr txBox="1"/>
          <p:nvPr/>
        </p:nvSpPr>
        <p:spPr>
          <a:xfrm>
            <a:off x="4197477" y="2285492"/>
            <a:ext cx="994410"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114E71"/>
                </a:solidFill>
                <a:latin typeface="Trebuchet MS"/>
                <a:cs typeface="Trebuchet MS"/>
              </a:rPr>
              <a:t>Job</a:t>
            </a:r>
            <a:r>
              <a:rPr sz="1450" b="1" spc="-75" dirty="0">
                <a:solidFill>
                  <a:srgbClr val="114E71"/>
                </a:solidFill>
                <a:latin typeface="Trebuchet MS"/>
                <a:cs typeface="Trebuchet MS"/>
              </a:rPr>
              <a:t> </a:t>
            </a:r>
            <a:r>
              <a:rPr sz="1450" b="1" spc="-10" dirty="0">
                <a:solidFill>
                  <a:srgbClr val="114E71"/>
                </a:solidFill>
                <a:latin typeface="Trebuchet MS"/>
                <a:cs typeface="Trebuchet MS"/>
              </a:rPr>
              <a:t>Cluster</a:t>
            </a:r>
            <a:endParaRPr sz="1450">
              <a:latin typeface="Trebuchet MS"/>
              <a:cs typeface="Trebuchet MS"/>
            </a:endParaRPr>
          </a:p>
        </p:txBody>
      </p:sp>
      <p:sp>
        <p:nvSpPr>
          <p:cNvPr id="8" name="object 8"/>
          <p:cNvSpPr txBox="1"/>
          <p:nvPr/>
        </p:nvSpPr>
        <p:spPr>
          <a:xfrm>
            <a:off x="4436745" y="2554020"/>
            <a:ext cx="2562225" cy="1871345"/>
          </a:xfrm>
          <a:prstGeom prst="rect">
            <a:avLst/>
          </a:prstGeom>
        </p:spPr>
        <p:txBody>
          <a:bodyPr vert="horz" wrap="square" lIns="0" tIns="12065" rIns="0" bIns="0" rtlCol="0">
            <a:spAutoFit/>
          </a:bodyPr>
          <a:lstStyle/>
          <a:p>
            <a:pPr marL="184785" marR="5080" indent="-172720">
              <a:lnSpc>
                <a:spcPct val="135700"/>
              </a:lnSpc>
              <a:spcBef>
                <a:spcPts val="95"/>
              </a:spcBef>
              <a:buFont typeface="Arial MT"/>
              <a:buChar char="•"/>
              <a:tabLst>
                <a:tab pos="184785" algn="l"/>
              </a:tabLst>
            </a:pPr>
            <a:r>
              <a:rPr sz="1150" spc="-35" dirty="0">
                <a:solidFill>
                  <a:srgbClr val="2B404F"/>
                </a:solidFill>
                <a:latin typeface="Tahoma"/>
                <a:cs typeface="Tahoma"/>
              </a:rPr>
              <a:t>Efímero:</a:t>
            </a:r>
            <a:r>
              <a:rPr sz="1150" spc="-110" dirty="0">
                <a:solidFill>
                  <a:srgbClr val="2B404F"/>
                </a:solidFill>
                <a:latin typeface="Tahoma"/>
                <a:cs typeface="Tahoma"/>
              </a:rPr>
              <a:t> </a:t>
            </a:r>
            <a:r>
              <a:rPr sz="1150" spc="-10" dirty="0">
                <a:solidFill>
                  <a:srgbClr val="2B404F"/>
                </a:solidFill>
                <a:latin typeface="Tahoma"/>
                <a:cs typeface="Tahoma"/>
              </a:rPr>
              <a:t>arranca</a:t>
            </a:r>
            <a:r>
              <a:rPr sz="1150" spc="-70" dirty="0">
                <a:solidFill>
                  <a:srgbClr val="2B404F"/>
                </a:solidFill>
                <a:latin typeface="Tahoma"/>
                <a:cs typeface="Tahoma"/>
              </a:rPr>
              <a:t> </a:t>
            </a:r>
            <a:r>
              <a:rPr sz="1150" dirty="0">
                <a:solidFill>
                  <a:srgbClr val="2B404F"/>
                </a:solidFill>
                <a:latin typeface="Tahoma"/>
                <a:cs typeface="Tahoma"/>
              </a:rPr>
              <a:t>con</a:t>
            </a:r>
            <a:r>
              <a:rPr sz="1150" spc="-95" dirty="0">
                <a:solidFill>
                  <a:srgbClr val="2B404F"/>
                </a:solidFill>
                <a:latin typeface="Tahoma"/>
                <a:cs typeface="Tahoma"/>
              </a:rPr>
              <a:t> </a:t>
            </a:r>
            <a:r>
              <a:rPr sz="1150" dirty="0">
                <a:solidFill>
                  <a:srgbClr val="2B404F"/>
                </a:solidFill>
                <a:latin typeface="Tahoma"/>
                <a:cs typeface="Tahoma"/>
              </a:rPr>
              <a:t>el</a:t>
            </a:r>
            <a:r>
              <a:rPr sz="1150" spc="-110" dirty="0">
                <a:solidFill>
                  <a:srgbClr val="2B404F"/>
                </a:solidFill>
                <a:latin typeface="Tahoma"/>
                <a:cs typeface="Tahoma"/>
              </a:rPr>
              <a:t> </a:t>
            </a:r>
            <a:r>
              <a:rPr sz="1150" spc="-45" dirty="0">
                <a:solidFill>
                  <a:srgbClr val="2B404F"/>
                </a:solidFill>
                <a:latin typeface="Tahoma"/>
                <a:cs typeface="Tahoma"/>
              </a:rPr>
              <a:t>Job,</a:t>
            </a:r>
            <a:r>
              <a:rPr sz="1150" spc="-110" dirty="0">
                <a:solidFill>
                  <a:srgbClr val="2B404F"/>
                </a:solidFill>
                <a:latin typeface="Tahoma"/>
                <a:cs typeface="Tahoma"/>
              </a:rPr>
              <a:t> </a:t>
            </a:r>
            <a:r>
              <a:rPr sz="1150" spc="-20" dirty="0">
                <a:solidFill>
                  <a:srgbClr val="2B404F"/>
                </a:solidFill>
                <a:latin typeface="Tahoma"/>
                <a:cs typeface="Tahoma"/>
              </a:rPr>
              <a:t>termina</a:t>
            </a:r>
            <a:r>
              <a:rPr sz="1150" spc="-100" dirty="0">
                <a:solidFill>
                  <a:srgbClr val="2B404F"/>
                </a:solidFill>
                <a:latin typeface="Tahoma"/>
                <a:cs typeface="Tahoma"/>
              </a:rPr>
              <a:t> </a:t>
            </a:r>
            <a:r>
              <a:rPr sz="1150" spc="-25" dirty="0">
                <a:solidFill>
                  <a:srgbClr val="2B404F"/>
                </a:solidFill>
                <a:latin typeface="Tahoma"/>
                <a:cs typeface="Tahoma"/>
              </a:rPr>
              <a:t>al </a:t>
            </a:r>
            <a:r>
              <a:rPr sz="1150" spc="-10" dirty="0">
                <a:solidFill>
                  <a:srgbClr val="2B404F"/>
                </a:solidFill>
                <a:latin typeface="Tahoma"/>
                <a:cs typeface="Tahoma"/>
              </a:rPr>
              <a:t>finalizarlo</a:t>
            </a:r>
            <a:endParaRPr sz="1150">
              <a:latin typeface="Tahoma"/>
              <a:cs typeface="Tahoma"/>
            </a:endParaRPr>
          </a:p>
          <a:p>
            <a:pPr marL="186055" indent="-173355">
              <a:lnSpc>
                <a:spcPct val="100000"/>
              </a:lnSpc>
              <a:spcBef>
                <a:spcPts val="1060"/>
              </a:spcBef>
              <a:buFont typeface="Arial MT"/>
              <a:buChar char="•"/>
              <a:tabLst>
                <a:tab pos="186055" algn="l"/>
              </a:tabLst>
            </a:pPr>
            <a:r>
              <a:rPr sz="1150" spc="-10" dirty="0">
                <a:solidFill>
                  <a:srgbClr val="2B404F"/>
                </a:solidFill>
                <a:latin typeface="Tahoma"/>
                <a:cs typeface="Tahoma"/>
              </a:rPr>
              <a:t>Configuración</a:t>
            </a:r>
            <a:r>
              <a:rPr sz="1150" spc="-65" dirty="0">
                <a:solidFill>
                  <a:srgbClr val="2B404F"/>
                </a:solidFill>
                <a:latin typeface="Tahoma"/>
                <a:cs typeface="Tahoma"/>
              </a:rPr>
              <a:t> </a:t>
            </a:r>
            <a:r>
              <a:rPr sz="1150" dirty="0">
                <a:solidFill>
                  <a:srgbClr val="2B404F"/>
                </a:solidFill>
                <a:latin typeface="Tahoma"/>
                <a:cs typeface="Tahoma"/>
              </a:rPr>
              <a:t>aislada</a:t>
            </a:r>
            <a:r>
              <a:rPr sz="1150" spc="-95" dirty="0">
                <a:solidFill>
                  <a:srgbClr val="2B404F"/>
                </a:solidFill>
                <a:latin typeface="Tahoma"/>
                <a:cs typeface="Tahoma"/>
              </a:rPr>
              <a:t> </a:t>
            </a:r>
            <a:r>
              <a:rPr sz="1150" spc="-25" dirty="0">
                <a:solidFill>
                  <a:srgbClr val="2B404F"/>
                </a:solidFill>
                <a:latin typeface="Tahoma"/>
                <a:cs typeface="Tahoma"/>
              </a:rPr>
              <a:t>por</a:t>
            </a:r>
            <a:r>
              <a:rPr sz="1150" spc="-95" dirty="0">
                <a:solidFill>
                  <a:srgbClr val="2B404F"/>
                </a:solidFill>
                <a:latin typeface="Tahoma"/>
                <a:cs typeface="Tahoma"/>
              </a:rPr>
              <a:t> </a:t>
            </a:r>
            <a:r>
              <a:rPr sz="1150" spc="-10" dirty="0">
                <a:solidFill>
                  <a:srgbClr val="2B404F"/>
                </a:solidFill>
                <a:latin typeface="Tahoma"/>
                <a:cs typeface="Tahoma"/>
              </a:rPr>
              <a:t>ejecución</a:t>
            </a:r>
            <a:endParaRPr sz="1150">
              <a:latin typeface="Tahoma"/>
              <a:cs typeface="Tahoma"/>
            </a:endParaRPr>
          </a:p>
          <a:p>
            <a:pPr marL="186055" indent="-173355">
              <a:lnSpc>
                <a:spcPct val="100000"/>
              </a:lnSpc>
              <a:spcBef>
                <a:spcPts val="850"/>
              </a:spcBef>
              <a:buFont typeface="Arial MT"/>
              <a:buChar char="•"/>
              <a:tabLst>
                <a:tab pos="186055" algn="l"/>
              </a:tabLst>
            </a:pPr>
            <a:r>
              <a:rPr sz="1150" dirty="0">
                <a:solidFill>
                  <a:srgbClr val="2B404F"/>
                </a:solidFill>
                <a:latin typeface="Tahoma"/>
                <a:cs typeface="Tahoma"/>
              </a:rPr>
              <a:t>Costo</a:t>
            </a:r>
            <a:r>
              <a:rPr sz="1150" spc="-80" dirty="0">
                <a:solidFill>
                  <a:srgbClr val="2B404F"/>
                </a:solidFill>
                <a:latin typeface="Tahoma"/>
                <a:cs typeface="Tahoma"/>
              </a:rPr>
              <a:t> </a:t>
            </a:r>
            <a:r>
              <a:rPr sz="1150" spc="-10" dirty="0">
                <a:solidFill>
                  <a:srgbClr val="2B404F"/>
                </a:solidFill>
                <a:latin typeface="Tahoma"/>
                <a:cs typeface="Tahoma"/>
              </a:rPr>
              <a:t>optimizado</a:t>
            </a:r>
            <a:r>
              <a:rPr sz="1150" spc="-90" dirty="0">
                <a:solidFill>
                  <a:srgbClr val="2B404F"/>
                </a:solidFill>
                <a:latin typeface="Tahoma"/>
                <a:cs typeface="Tahoma"/>
              </a:rPr>
              <a:t> </a:t>
            </a:r>
            <a:r>
              <a:rPr sz="1150" dirty="0">
                <a:solidFill>
                  <a:srgbClr val="2B404F"/>
                </a:solidFill>
                <a:latin typeface="Tahoma"/>
                <a:cs typeface="Tahoma"/>
              </a:rPr>
              <a:t>—</a:t>
            </a:r>
            <a:r>
              <a:rPr sz="1150" spc="-100" dirty="0">
                <a:solidFill>
                  <a:srgbClr val="2B404F"/>
                </a:solidFill>
                <a:latin typeface="Tahoma"/>
                <a:cs typeface="Tahoma"/>
              </a:rPr>
              <a:t> </a:t>
            </a:r>
            <a:r>
              <a:rPr sz="1150" dirty="0">
                <a:solidFill>
                  <a:srgbClr val="2B404F"/>
                </a:solidFill>
                <a:latin typeface="Tahoma"/>
                <a:cs typeface="Tahoma"/>
              </a:rPr>
              <a:t>solo</a:t>
            </a:r>
            <a:r>
              <a:rPr sz="1150" spc="-90" dirty="0">
                <a:solidFill>
                  <a:srgbClr val="2B404F"/>
                </a:solidFill>
                <a:latin typeface="Tahoma"/>
                <a:cs typeface="Tahoma"/>
              </a:rPr>
              <a:t> </a:t>
            </a:r>
            <a:r>
              <a:rPr sz="1150" spc="-10" dirty="0">
                <a:solidFill>
                  <a:srgbClr val="2B404F"/>
                </a:solidFill>
                <a:latin typeface="Tahoma"/>
                <a:cs typeface="Tahoma"/>
              </a:rPr>
              <a:t>factura</a:t>
            </a:r>
            <a:endParaRPr sz="1150">
              <a:latin typeface="Tahoma"/>
              <a:cs typeface="Tahoma"/>
            </a:endParaRPr>
          </a:p>
          <a:p>
            <a:pPr marL="184785">
              <a:lnSpc>
                <a:spcPct val="100000"/>
              </a:lnSpc>
              <a:spcBef>
                <a:spcPts val="490"/>
              </a:spcBef>
            </a:pPr>
            <a:r>
              <a:rPr sz="1150" spc="-10" dirty="0">
                <a:solidFill>
                  <a:srgbClr val="2B404F"/>
                </a:solidFill>
                <a:latin typeface="Tahoma"/>
                <a:cs typeface="Tahoma"/>
              </a:rPr>
              <a:t>tiempo</a:t>
            </a:r>
            <a:r>
              <a:rPr sz="1150" spc="-120" dirty="0">
                <a:solidFill>
                  <a:srgbClr val="2B404F"/>
                </a:solidFill>
                <a:latin typeface="Tahoma"/>
                <a:cs typeface="Tahoma"/>
              </a:rPr>
              <a:t> </a:t>
            </a:r>
            <a:r>
              <a:rPr sz="1150" spc="-10" dirty="0">
                <a:solidFill>
                  <a:srgbClr val="2B404F"/>
                </a:solidFill>
                <a:latin typeface="Tahoma"/>
                <a:cs typeface="Tahoma"/>
              </a:rPr>
              <a:t>activo</a:t>
            </a:r>
            <a:endParaRPr sz="1150">
              <a:latin typeface="Tahoma"/>
              <a:cs typeface="Tahoma"/>
            </a:endParaRPr>
          </a:p>
          <a:p>
            <a:pPr marL="184785" marR="748030" indent="-172720">
              <a:lnSpc>
                <a:spcPct val="135700"/>
              </a:lnSpc>
              <a:spcBef>
                <a:spcPts val="509"/>
              </a:spcBef>
              <a:buFont typeface="Arial MT"/>
              <a:buChar char="•"/>
              <a:tabLst>
                <a:tab pos="184785" algn="l"/>
              </a:tabLst>
            </a:pPr>
            <a:r>
              <a:rPr sz="1150" b="1" dirty="0">
                <a:solidFill>
                  <a:srgbClr val="2B404F"/>
                </a:solidFill>
                <a:latin typeface="Trebuchet MS"/>
                <a:cs typeface="Trebuchet MS"/>
              </a:rPr>
              <a:t>Uso</a:t>
            </a:r>
            <a:r>
              <a:rPr sz="1150" b="1" spc="-135" dirty="0">
                <a:solidFill>
                  <a:srgbClr val="2B404F"/>
                </a:solidFill>
                <a:latin typeface="Trebuchet MS"/>
                <a:cs typeface="Trebuchet MS"/>
              </a:rPr>
              <a:t> </a:t>
            </a:r>
            <a:r>
              <a:rPr sz="1150" b="1" spc="-50" dirty="0">
                <a:solidFill>
                  <a:srgbClr val="2B404F"/>
                </a:solidFill>
                <a:latin typeface="Trebuchet MS"/>
                <a:cs typeface="Trebuchet MS"/>
              </a:rPr>
              <a:t>correcto:</a:t>
            </a:r>
            <a:r>
              <a:rPr sz="1150" b="1" spc="-110" dirty="0">
                <a:solidFill>
                  <a:srgbClr val="2B404F"/>
                </a:solidFill>
                <a:latin typeface="Trebuchet MS"/>
                <a:cs typeface="Trebuchet MS"/>
              </a:rPr>
              <a:t> </a:t>
            </a:r>
            <a:r>
              <a:rPr sz="1150" spc="-10" dirty="0">
                <a:solidFill>
                  <a:srgbClr val="2B404F"/>
                </a:solidFill>
                <a:latin typeface="Tahoma"/>
                <a:cs typeface="Tahoma"/>
              </a:rPr>
              <a:t>pipelines</a:t>
            </a:r>
            <a:r>
              <a:rPr sz="1150" spc="-155" dirty="0">
                <a:solidFill>
                  <a:srgbClr val="2B404F"/>
                </a:solidFill>
                <a:latin typeface="Tahoma"/>
                <a:cs typeface="Tahoma"/>
              </a:rPr>
              <a:t> </a:t>
            </a:r>
            <a:r>
              <a:rPr sz="1150" spc="-25" dirty="0">
                <a:solidFill>
                  <a:srgbClr val="2B404F"/>
                </a:solidFill>
                <a:latin typeface="Tahoma"/>
                <a:cs typeface="Tahoma"/>
              </a:rPr>
              <a:t>de </a:t>
            </a:r>
            <a:r>
              <a:rPr sz="1150" spc="-10" dirty="0">
                <a:solidFill>
                  <a:srgbClr val="2B404F"/>
                </a:solidFill>
                <a:latin typeface="Tahoma"/>
                <a:cs typeface="Tahoma"/>
              </a:rPr>
              <a:t>producción</a:t>
            </a:r>
            <a:endParaRPr sz="1150">
              <a:latin typeface="Tahoma"/>
              <a:cs typeface="Tahoma"/>
            </a:endParaRPr>
          </a:p>
        </p:txBody>
      </p:sp>
      <p:sp>
        <p:nvSpPr>
          <p:cNvPr id="9" name="object 9"/>
          <p:cNvSpPr/>
          <p:nvPr/>
        </p:nvSpPr>
        <p:spPr>
          <a:xfrm>
            <a:off x="7524750" y="2171699"/>
            <a:ext cx="3305175" cy="2466975"/>
          </a:xfrm>
          <a:custGeom>
            <a:avLst/>
            <a:gdLst/>
            <a:ahLst/>
            <a:cxnLst/>
            <a:rect l="l" t="t" r="r" b="b"/>
            <a:pathLst>
              <a:path w="3305175" h="2466975">
                <a:moveTo>
                  <a:pt x="3305175" y="16256"/>
                </a:moveTo>
                <a:lnTo>
                  <a:pt x="3288919" y="0"/>
                </a:lnTo>
                <a:lnTo>
                  <a:pt x="16256" y="0"/>
                </a:lnTo>
                <a:lnTo>
                  <a:pt x="0" y="16256"/>
                </a:lnTo>
                <a:lnTo>
                  <a:pt x="0" y="2450719"/>
                </a:lnTo>
                <a:lnTo>
                  <a:pt x="13843" y="2466467"/>
                </a:lnTo>
                <a:lnTo>
                  <a:pt x="16256" y="2466975"/>
                </a:lnTo>
                <a:lnTo>
                  <a:pt x="3288919" y="2466975"/>
                </a:lnTo>
                <a:lnTo>
                  <a:pt x="3291332" y="2466467"/>
                </a:lnTo>
                <a:lnTo>
                  <a:pt x="3305175" y="2450719"/>
                </a:lnTo>
                <a:lnTo>
                  <a:pt x="3305175" y="16256"/>
                </a:lnTo>
                <a:close/>
              </a:path>
            </a:pathLst>
          </a:custGeom>
          <a:solidFill>
            <a:srgbClr val="E8E8E8"/>
          </a:solidFill>
        </p:spPr>
        <p:txBody>
          <a:bodyPr wrap="square" lIns="0" tIns="0" rIns="0" bIns="0" rtlCol="0"/>
          <a:lstStyle/>
          <a:p>
            <a:endParaRPr/>
          </a:p>
        </p:txBody>
      </p:sp>
      <p:sp>
        <p:nvSpPr>
          <p:cNvPr id="10" name="object 10"/>
          <p:cNvSpPr txBox="1"/>
          <p:nvPr/>
        </p:nvSpPr>
        <p:spPr>
          <a:xfrm>
            <a:off x="7657845" y="2285492"/>
            <a:ext cx="1562735" cy="247015"/>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114E71"/>
                </a:solidFill>
                <a:latin typeface="Trebuchet MS"/>
                <a:cs typeface="Trebuchet MS"/>
              </a:rPr>
              <a:t>Serverless</a:t>
            </a:r>
            <a:r>
              <a:rPr sz="1450" b="1" spc="-114" dirty="0">
                <a:solidFill>
                  <a:srgbClr val="114E71"/>
                </a:solidFill>
                <a:latin typeface="Trebuchet MS"/>
                <a:cs typeface="Trebuchet MS"/>
              </a:rPr>
              <a:t> </a:t>
            </a:r>
            <a:r>
              <a:rPr sz="1450" b="1" spc="-10" dirty="0">
                <a:solidFill>
                  <a:srgbClr val="114E71"/>
                </a:solidFill>
                <a:latin typeface="Trebuchet MS"/>
                <a:cs typeface="Trebuchet MS"/>
              </a:rPr>
              <a:t>Cluster</a:t>
            </a:r>
            <a:endParaRPr sz="1450">
              <a:latin typeface="Trebuchet MS"/>
              <a:cs typeface="Trebuchet MS"/>
            </a:endParaRPr>
          </a:p>
        </p:txBody>
      </p:sp>
      <p:sp>
        <p:nvSpPr>
          <p:cNvPr id="11" name="object 11"/>
          <p:cNvSpPr txBox="1"/>
          <p:nvPr/>
        </p:nvSpPr>
        <p:spPr>
          <a:xfrm>
            <a:off x="7897114" y="2554020"/>
            <a:ext cx="2646680" cy="1624330"/>
          </a:xfrm>
          <a:prstGeom prst="rect">
            <a:avLst/>
          </a:prstGeom>
        </p:spPr>
        <p:txBody>
          <a:bodyPr vert="horz" wrap="square" lIns="0" tIns="12065" rIns="0" bIns="0" rtlCol="0">
            <a:spAutoFit/>
          </a:bodyPr>
          <a:lstStyle/>
          <a:p>
            <a:pPr marL="184785" marR="35560" indent="-172720">
              <a:lnSpc>
                <a:spcPct val="135700"/>
              </a:lnSpc>
              <a:spcBef>
                <a:spcPts val="95"/>
              </a:spcBef>
              <a:buFont typeface="Arial MT"/>
              <a:buChar char="•"/>
              <a:tabLst>
                <a:tab pos="184785" algn="l"/>
              </a:tabLst>
            </a:pPr>
            <a:r>
              <a:rPr sz="1150" dirty="0">
                <a:solidFill>
                  <a:srgbClr val="2B404F"/>
                </a:solidFill>
                <a:latin typeface="Tahoma"/>
                <a:cs typeface="Tahoma"/>
              </a:rPr>
              <a:t>Sin</a:t>
            </a:r>
            <a:r>
              <a:rPr sz="1150" spc="-100" dirty="0">
                <a:solidFill>
                  <a:srgbClr val="2B404F"/>
                </a:solidFill>
                <a:latin typeface="Tahoma"/>
                <a:cs typeface="Tahoma"/>
              </a:rPr>
              <a:t> </a:t>
            </a:r>
            <a:r>
              <a:rPr sz="1150" spc="-10" dirty="0">
                <a:solidFill>
                  <a:srgbClr val="2B404F"/>
                </a:solidFill>
                <a:latin typeface="Tahoma"/>
                <a:cs typeface="Tahoma"/>
              </a:rPr>
              <a:t>gestión</a:t>
            </a:r>
            <a:r>
              <a:rPr sz="1150" spc="-105" dirty="0">
                <a:solidFill>
                  <a:srgbClr val="2B404F"/>
                </a:solidFill>
                <a:latin typeface="Tahoma"/>
                <a:cs typeface="Tahoma"/>
              </a:rPr>
              <a:t> </a:t>
            </a:r>
            <a:r>
              <a:rPr sz="1150" dirty="0">
                <a:solidFill>
                  <a:srgbClr val="2B404F"/>
                </a:solidFill>
                <a:latin typeface="Tahoma"/>
                <a:cs typeface="Tahoma"/>
              </a:rPr>
              <a:t>de</a:t>
            </a:r>
            <a:r>
              <a:rPr sz="1150" spc="-105" dirty="0">
                <a:solidFill>
                  <a:srgbClr val="2B404F"/>
                </a:solidFill>
                <a:latin typeface="Tahoma"/>
                <a:cs typeface="Tahoma"/>
              </a:rPr>
              <a:t> </a:t>
            </a:r>
            <a:r>
              <a:rPr sz="1150" dirty="0">
                <a:solidFill>
                  <a:srgbClr val="2B404F"/>
                </a:solidFill>
                <a:latin typeface="Tahoma"/>
                <a:cs typeface="Tahoma"/>
              </a:rPr>
              <a:t>VMs</a:t>
            </a:r>
            <a:r>
              <a:rPr sz="1150" spc="-95" dirty="0">
                <a:solidFill>
                  <a:srgbClr val="2B404F"/>
                </a:solidFill>
                <a:latin typeface="Tahoma"/>
                <a:cs typeface="Tahoma"/>
              </a:rPr>
              <a:t> </a:t>
            </a:r>
            <a:r>
              <a:rPr sz="1150" dirty="0">
                <a:solidFill>
                  <a:srgbClr val="2B404F"/>
                </a:solidFill>
                <a:latin typeface="Tahoma"/>
                <a:cs typeface="Tahoma"/>
              </a:rPr>
              <a:t>ni</a:t>
            </a:r>
            <a:r>
              <a:rPr sz="1150" spc="-95" dirty="0">
                <a:solidFill>
                  <a:srgbClr val="2B404F"/>
                </a:solidFill>
                <a:latin typeface="Tahoma"/>
                <a:cs typeface="Tahoma"/>
              </a:rPr>
              <a:t> </a:t>
            </a:r>
            <a:r>
              <a:rPr sz="1150" dirty="0">
                <a:solidFill>
                  <a:srgbClr val="2B404F"/>
                </a:solidFill>
                <a:latin typeface="Tahoma"/>
                <a:cs typeface="Tahoma"/>
              </a:rPr>
              <a:t>configuración</a:t>
            </a:r>
            <a:r>
              <a:rPr sz="1150" spc="-110" dirty="0">
                <a:solidFill>
                  <a:srgbClr val="2B404F"/>
                </a:solidFill>
                <a:latin typeface="Tahoma"/>
                <a:cs typeface="Tahoma"/>
              </a:rPr>
              <a:t> </a:t>
            </a:r>
            <a:r>
              <a:rPr sz="1150" spc="-25" dirty="0">
                <a:solidFill>
                  <a:srgbClr val="2B404F"/>
                </a:solidFill>
                <a:latin typeface="Tahoma"/>
                <a:cs typeface="Tahoma"/>
              </a:rPr>
              <a:t>de red</a:t>
            </a:r>
            <a:endParaRPr sz="1150">
              <a:latin typeface="Tahoma"/>
              <a:cs typeface="Tahoma"/>
            </a:endParaRPr>
          </a:p>
          <a:p>
            <a:pPr marL="184785" marR="5080" indent="-172720">
              <a:lnSpc>
                <a:spcPts val="2340"/>
              </a:lnSpc>
              <a:spcBef>
                <a:spcPts val="120"/>
              </a:spcBef>
              <a:buFont typeface="Arial MT"/>
              <a:buChar char="•"/>
              <a:tabLst>
                <a:tab pos="184785" algn="l"/>
              </a:tabLst>
            </a:pPr>
            <a:r>
              <a:rPr sz="1150" spc="-10" dirty="0">
                <a:solidFill>
                  <a:srgbClr val="2B404F"/>
                </a:solidFill>
                <a:latin typeface="Tahoma"/>
                <a:cs typeface="Tahoma"/>
              </a:rPr>
              <a:t>Arranque</a:t>
            </a:r>
            <a:r>
              <a:rPr sz="1150" spc="-75" dirty="0">
                <a:solidFill>
                  <a:srgbClr val="2B404F"/>
                </a:solidFill>
                <a:latin typeface="Tahoma"/>
                <a:cs typeface="Tahoma"/>
              </a:rPr>
              <a:t> </a:t>
            </a:r>
            <a:r>
              <a:rPr sz="1150" dirty="0">
                <a:solidFill>
                  <a:srgbClr val="2B404F"/>
                </a:solidFill>
                <a:latin typeface="Tahoma"/>
                <a:cs typeface="Tahoma"/>
              </a:rPr>
              <a:t>casi</a:t>
            </a:r>
            <a:r>
              <a:rPr sz="1150" spc="-45" dirty="0">
                <a:solidFill>
                  <a:srgbClr val="2B404F"/>
                </a:solidFill>
                <a:latin typeface="Tahoma"/>
                <a:cs typeface="Tahoma"/>
              </a:rPr>
              <a:t> </a:t>
            </a:r>
            <a:r>
              <a:rPr sz="1150" dirty="0">
                <a:solidFill>
                  <a:srgbClr val="2B404F"/>
                </a:solidFill>
                <a:latin typeface="Tahoma"/>
                <a:cs typeface="Tahoma"/>
              </a:rPr>
              <a:t>instantáneo</a:t>
            </a:r>
            <a:r>
              <a:rPr sz="1150" spc="-65" dirty="0">
                <a:solidFill>
                  <a:srgbClr val="2B404F"/>
                </a:solidFill>
                <a:latin typeface="Tahoma"/>
                <a:cs typeface="Tahoma"/>
              </a:rPr>
              <a:t> </a:t>
            </a:r>
            <a:r>
              <a:rPr sz="1150" spc="-10" dirty="0">
                <a:solidFill>
                  <a:srgbClr val="2B404F"/>
                </a:solidFill>
                <a:latin typeface="Tahoma"/>
                <a:cs typeface="Tahoma"/>
              </a:rPr>
              <a:t>Facturación por</a:t>
            </a:r>
            <a:r>
              <a:rPr sz="1150" spc="-100" dirty="0">
                <a:solidFill>
                  <a:srgbClr val="2B404F"/>
                </a:solidFill>
                <a:latin typeface="Tahoma"/>
                <a:cs typeface="Tahoma"/>
              </a:rPr>
              <a:t> </a:t>
            </a:r>
            <a:r>
              <a:rPr sz="1150" spc="-10" dirty="0">
                <a:solidFill>
                  <a:srgbClr val="2B404F"/>
                </a:solidFill>
                <a:latin typeface="Tahoma"/>
                <a:cs typeface="Tahoma"/>
              </a:rPr>
              <a:t>segundo</a:t>
            </a:r>
            <a:r>
              <a:rPr sz="1150" spc="-114" dirty="0">
                <a:solidFill>
                  <a:srgbClr val="2B404F"/>
                </a:solidFill>
                <a:latin typeface="Tahoma"/>
                <a:cs typeface="Tahoma"/>
              </a:rPr>
              <a:t> </a:t>
            </a:r>
            <a:r>
              <a:rPr sz="1150" dirty="0">
                <a:solidFill>
                  <a:srgbClr val="2B404F"/>
                </a:solidFill>
                <a:latin typeface="Tahoma"/>
                <a:cs typeface="Tahoma"/>
              </a:rPr>
              <a:t>de</a:t>
            </a:r>
            <a:r>
              <a:rPr sz="1150" spc="-105" dirty="0">
                <a:solidFill>
                  <a:srgbClr val="2B404F"/>
                </a:solidFill>
                <a:latin typeface="Tahoma"/>
                <a:cs typeface="Tahoma"/>
              </a:rPr>
              <a:t> </a:t>
            </a:r>
            <a:r>
              <a:rPr sz="1150" dirty="0">
                <a:solidFill>
                  <a:srgbClr val="2B404F"/>
                </a:solidFill>
                <a:latin typeface="Tahoma"/>
                <a:cs typeface="Tahoma"/>
              </a:rPr>
              <a:t>uso</a:t>
            </a:r>
            <a:r>
              <a:rPr sz="1150" spc="-105" dirty="0">
                <a:solidFill>
                  <a:srgbClr val="2B404F"/>
                </a:solidFill>
                <a:latin typeface="Tahoma"/>
                <a:cs typeface="Tahoma"/>
              </a:rPr>
              <a:t> </a:t>
            </a:r>
            <a:r>
              <a:rPr sz="1150" spc="-20" dirty="0">
                <a:solidFill>
                  <a:srgbClr val="2B404F"/>
                </a:solidFill>
                <a:latin typeface="Tahoma"/>
                <a:cs typeface="Tahoma"/>
              </a:rPr>
              <a:t>real</a:t>
            </a:r>
            <a:endParaRPr sz="1150">
              <a:latin typeface="Tahoma"/>
              <a:cs typeface="Tahoma"/>
            </a:endParaRPr>
          </a:p>
          <a:p>
            <a:pPr marL="186055" indent="-173355">
              <a:lnSpc>
                <a:spcPct val="100000"/>
              </a:lnSpc>
              <a:spcBef>
                <a:spcPts val="720"/>
              </a:spcBef>
              <a:buFont typeface="Arial MT"/>
              <a:buChar char="•"/>
              <a:tabLst>
                <a:tab pos="186055" algn="l"/>
              </a:tabLst>
            </a:pPr>
            <a:r>
              <a:rPr sz="1150" b="1" dirty="0">
                <a:solidFill>
                  <a:srgbClr val="2B404F"/>
                </a:solidFill>
                <a:latin typeface="Trebuchet MS"/>
                <a:cs typeface="Trebuchet MS"/>
              </a:rPr>
              <a:t>Uso</a:t>
            </a:r>
            <a:r>
              <a:rPr sz="1150" b="1" spc="-65" dirty="0">
                <a:solidFill>
                  <a:srgbClr val="2B404F"/>
                </a:solidFill>
                <a:latin typeface="Trebuchet MS"/>
                <a:cs typeface="Trebuchet MS"/>
              </a:rPr>
              <a:t> </a:t>
            </a:r>
            <a:r>
              <a:rPr sz="1150" b="1" spc="-30" dirty="0">
                <a:solidFill>
                  <a:srgbClr val="2B404F"/>
                </a:solidFill>
                <a:latin typeface="Trebuchet MS"/>
                <a:cs typeface="Trebuchet MS"/>
              </a:rPr>
              <a:t>correcto:</a:t>
            </a:r>
            <a:r>
              <a:rPr sz="1150" b="1" spc="-60" dirty="0">
                <a:solidFill>
                  <a:srgbClr val="2B404F"/>
                </a:solidFill>
                <a:latin typeface="Trebuchet MS"/>
                <a:cs typeface="Trebuchet MS"/>
              </a:rPr>
              <a:t> </a:t>
            </a:r>
            <a:r>
              <a:rPr sz="1150" dirty="0">
                <a:solidFill>
                  <a:srgbClr val="2B404F"/>
                </a:solidFill>
                <a:latin typeface="Tahoma"/>
                <a:cs typeface="Tahoma"/>
              </a:rPr>
              <a:t>SQL</a:t>
            </a:r>
            <a:r>
              <a:rPr sz="1150" spc="-60" dirty="0">
                <a:solidFill>
                  <a:srgbClr val="2B404F"/>
                </a:solidFill>
                <a:latin typeface="Tahoma"/>
                <a:cs typeface="Tahoma"/>
              </a:rPr>
              <a:t> </a:t>
            </a:r>
            <a:r>
              <a:rPr sz="1150" dirty="0">
                <a:solidFill>
                  <a:srgbClr val="2B404F"/>
                </a:solidFill>
                <a:latin typeface="Tahoma"/>
                <a:cs typeface="Tahoma"/>
              </a:rPr>
              <a:t>Analytics</a:t>
            </a:r>
            <a:r>
              <a:rPr sz="1150" spc="-55" dirty="0">
                <a:solidFill>
                  <a:srgbClr val="2B404F"/>
                </a:solidFill>
                <a:latin typeface="Tahoma"/>
                <a:cs typeface="Tahoma"/>
              </a:rPr>
              <a:t> </a:t>
            </a:r>
            <a:r>
              <a:rPr sz="1150" spc="-50" dirty="0">
                <a:solidFill>
                  <a:srgbClr val="2B404F"/>
                </a:solidFill>
                <a:latin typeface="Tahoma"/>
                <a:cs typeface="Tahoma"/>
              </a:rPr>
              <a:t>y</a:t>
            </a:r>
            <a:endParaRPr sz="1150">
              <a:latin typeface="Tahoma"/>
              <a:cs typeface="Tahoma"/>
            </a:endParaRPr>
          </a:p>
          <a:p>
            <a:pPr marL="184785">
              <a:lnSpc>
                <a:spcPct val="100000"/>
              </a:lnSpc>
              <a:spcBef>
                <a:spcPts val="570"/>
              </a:spcBef>
            </a:pPr>
            <a:r>
              <a:rPr sz="1150" dirty="0">
                <a:solidFill>
                  <a:srgbClr val="2B404F"/>
                </a:solidFill>
                <a:latin typeface="Tahoma"/>
                <a:cs typeface="Tahoma"/>
              </a:rPr>
              <a:t>notebooks</a:t>
            </a:r>
            <a:r>
              <a:rPr sz="1150" spc="-85" dirty="0">
                <a:solidFill>
                  <a:srgbClr val="2B404F"/>
                </a:solidFill>
                <a:latin typeface="Tahoma"/>
                <a:cs typeface="Tahoma"/>
              </a:rPr>
              <a:t> </a:t>
            </a:r>
            <a:r>
              <a:rPr sz="1150" spc="-10" dirty="0">
                <a:solidFill>
                  <a:srgbClr val="2B404F"/>
                </a:solidFill>
                <a:latin typeface="Tahoma"/>
                <a:cs typeface="Tahoma"/>
              </a:rPr>
              <a:t>livianos</a:t>
            </a:r>
            <a:endParaRPr sz="1150">
              <a:latin typeface="Tahoma"/>
              <a:cs typeface="Tahoma"/>
            </a:endParaRPr>
          </a:p>
        </p:txBody>
      </p:sp>
      <p:grpSp>
        <p:nvGrpSpPr>
          <p:cNvPr id="12" name="object 12"/>
          <p:cNvGrpSpPr/>
          <p:nvPr/>
        </p:nvGrpSpPr>
        <p:grpSpPr>
          <a:xfrm>
            <a:off x="600075" y="4800600"/>
            <a:ext cx="10229850" cy="885825"/>
            <a:chOff x="600075" y="4800600"/>
            <a:chExt cx="10229850" cy="885825"/>
          </a:xfrm>
        </p:grpSpPr>
        <p:sp>
          <p:nvSpPr>
            <p:cNvPr id="13" name="object 13"/>
            <p:cNvSpPr/>
            <p:nvPr/>
          </p:nvSpPr>
          <p:spPr>
            <a:xfrm>
              <a:off x="600075" y="4800600"/>
              <a:ext cx="10229850" cy="885825"/>
            </a:xfrm>
            <a:custGeom>
              <a:avLst/>
              <a:gdLst/>
              <a:ahLst/>
              <a:cxnLst/>
              <a:rect l="l" t="t" r="r" b="b"/>
              <a:pathLst>
                <a:path w="10229850" h="885825">
                  <a:moveTo>
                    <a:pt x="10213594" y="0"/>
                  </a:moveTo>
                  <a:lnTo>
                    <a:pt x="16268" y="0"/>
                  </a:lnTo>
                  <a:lnTo>
                    <a:pt x="0" y="16256"/>
                  </a:lnTo>
                  <a:lnTo>
                    <a:pt x="0" y="869556"/>
                  </a:lnTo>
                  <a:lnTo>
                    <a:pt x="13868" y="885342"/>
                  </a:lnTo>
                  <a:lnTo>
                    <a:pt x="16268" y="885825"/>
                  </a:lnTo>
                  <a:lnTo>
                    <a:pt x="10213594" y="885825"/>
                  </a:lnTo>
                  <a:lnTo>
                    <a:pt x="10216007" y="885342"/>
                  </a:lnTo>
                  <a:lnTo>
                    <a:pt x="10229850" y="869556"/>
                  </a:lnTo>
                  <a:lnTo>
                    <a:pt x="10229850" y="16256"/>
                  </a:lnTo>
                  <a:lnTo>
                    <a:pt x="10213594" y="0"/>
                  </a:lnTo>
                  <a:close/>
                </a:path>
              </a:pathLst>
            </a:custGeom>
            <a:solidFill>
              <a:srgbClr val="C7DDE8"/>
            </a:solidFill>
          </p:spPr>
          <p:txBody>
            <a:bodyPr wrap="square" lIns="0" tIns="0" rIns="0" bIns="0" rtlCol="0"/>
            <a:lstStyle/>
            <a:p>
              <a:endParaRPr/>
            </a:p>
          </p:txBody>
        </p:sp>
        <p:pic>
          <p:nvPicPr>
            <p:cNvPr id="14" name="object 14"/>
            <p:cNvPicPr/>
            <p:nvPr/>
          </p:nvPicPr>
          <p:blipFill>
            <a:blip r:embed="rId2" cstate="print"/>
            <a:stretch>
              <a:fillRect/>
            </a:stretch>
          </p:blipFill>
          <p:spPr>
            <a:xfrm>
              <a:off x="780605" y="5028996"/>
              <a:ext cx="131267" cy="131267"/>
            </a:xfrm>
            <a:prstGeom prst="rect">
              <a:avLst/>
            </a:prstGeom>
          </p:spPr>
        </p:pic>
      </p:grpSp>
      <p:sp>
        <p:nvSpPr>
          <p:cNvPr id="15" name="object 15"/>
          <p:cNvSpPr txBox="1"/>
          <p:nvPr/>
        </p:nvSpPr>
        <p:spPr>
          <a:xfrm>
            <a:off x="1074521" y="4900345"/>
            <a:ext cx="9229725" cy="504190"/>
          </a:xfrm>
          <a:prstGeom prst="rect">
            <a:avLst/>
          </a:prstGeom>
        </p:spPr>
        <p:txBody>
          <a:bodyPr vert="horz" wrap="square" lIns="0" tIns="12700" rIns="0" bIns="0" rtlCol="0">
            <a:spAutoFit/>
          </a:bodyPr>
          <a:lstStyle/>
          <a:p>
            <a:pPr marL="12700" marR="5080">
              <a:lnSpc>
                <a:spcPct val="136500"/>
              </a:lnSpc>
              <a:spcBef>
                <a:spcPts val="100"/>
              </a:spcBef>
            </a:pPr>
            <a:r>
              <a:rPr sz="1150" b="1" spc="-60" dirty="0">
                <a:latin typeface="Trebuchet MS"/>
                <a:cs typeface="Trebuchet MS"/>
              </a:rPr>
              <a:t>Advertencia</a:t>
            </a:r>
            <a:r>
              <a:rPr sz="1150" b="1" spc="-120" dirty="0">
                <a:latin typeface="Trebuchet MS"/>
                <a:cs typeface="Trebuchet MS"/>
              </a:rPr>
              <a:t> </a:t>
            </a:r>
            <a:r>
              <a:rPr sz="1150" b="1" spc="-60" dirty="0">
                <a:latin typeface="Trebuchet MS"/>
                <a:cs typeface="Trebuchet MS"/>
              </a:rPr>
              <a:t>para</a:t>
            </a:r>
            <a:r>
              <a:rPr sz="1150" b="1" spc="-165" dirty="0">
                <a:latin typeface="Trebuchet MS"/>
                <a:cs typeface="Trebuchet MS"/>
              </a:rPr>
              <a:t> </a:t>
            </a:r>
            <a:r>
              <a:rPr sz="1150" b="1" spc="-40" dirty="0">
                <a:latin typeface="Trebuchet MS"/>
                <a:cs typeface="Trebuchet MS"/>
              </a:rPr>
              <a:t>el</a:t>
            </a:r>
            <a:r>
              <a:rPr sz="1150" b="1" spc="-175" dirty="0">
                <a:latin typeface="Trebuchet MS"/>
                <a:cs typeface="Trebuchet MS"/>
              </a:rPr>
              <a:t> </a:t>
            </a:r>
            <a:r>
              <a:rPr sz="1150" b="1" spc="-50" dirty="0">
                <a:latin typeface="Trebuchet MS"/>
                <a:cs typeface="Trebuchet MS"/>
              </a:rPr>
              <a:t>examen:</a:t>
            </a:r>
            <a:r>
              <a:rPr sz="1150" spc="-50" dirty="0">
                <a:latin typeface="Tahoma"/>
                <a:cs typeface="Tahoma"/>
              </a:rPr>
              <a:t>Usar</a:t>
            </a:r>
            <a:r>
              <a:rPr sz="1150" spc="-40" dirty="0">
                <a:latin typeface="Tahoma"/>
                <a:cs typeface="Tahoma"/>
              </a:rPr>
              <a:t> </a:t>
            </a:r>
            <a:r>
              <a:rPr sz="1150" spc="-10" dirty="0">
                <a:latin typeface="Tahoma"/>
                <a:cs typeface="Tahoma"/>
              </a:rPr>
              <a:t>un</a:t>
            </a:r>
            <a:r>
              <a:rPr sz="1150" spc="-75" dirty="0">
                <a:latin typeface="Tahoma"/>
                <a:cs typeface="Tahoma"/>
              </a:rPr>
              <a:t> </a:t>
            </a:r>
            <a:r>
              <a:rPr sz="1150" dirty="0">
                <a:latin typeface="Tahoma"/>
                <a:cs typeface="Tahoma"/>
              </a:rPr>
              <a:t>All-Purpose</a:t>
            </a:r>
            <a:r>
              <a:rPr sz="1150" spc="-100" dirty="0">
                <a:latin typeface="Tahoma"/>
                <a:cs typeface="Tahoma"/>
              </a:rPr>
              <a:t> </a:t>
            </a:r>
            <a:r>
              <a:rPr sz="1150" dirty="0">
                <a:latin typeface="Tahoma"/>
                <a:cs typeface="Tahoma"/>
              </a:rPr>
              <a:t>Cluster</a:t>
            </a:r>
            <a:r>
              <a:rPr sz="1150" spc="-75" dirty="0">
                <a:latin typeface="Tahoma"/>
                <a:cs typeface="Tahoma"/>
              </a:rPr>
              <a:t> </a:t>
            </a:r>
            <a:r>
              <a:rPr sz="1150" spc="-10" dirty="0">
                <a:latin typeface="Tahoma"/>
                <a:cs typeface="Tahoma"/>
              </a:rPr>
              <a:t>en</a:t>
            </a:r>
            <a:r>
              <a:rPr sz="1150" spc="-75" dirty="0">
                <a:latin typeface="Tahoma"/>
                <a:cs typeface="Tahoma"/>
              </a:rPr>
              <a:t> </a:t>
            </a:r>
            <a:r>
              <a:rPr sz="1150" dirty="0">
                <a:latin typeface="Tahoma"/>
                <a:cs typeface="Tahoma"/>
              </a:rPr>
              <a:t>pipelines</a:t>
            </a:r>
            <a:r>
              <a:rPr sz="1150" spc="-85" dirty="0">
                <a:latin typeface="Tahoma"/>
                <a:cs typeface="Tahoma"/>
              </a:rPr>
              <a:t> </a:t>
            </a:r>
            <a:r>
              <a:rPr sz="1150" dirty="0">
                <a:latin typeface="Tahoma"/>
                <a:cs typeface="Tahoma"/>
              </a:rPr>
              <a:t>de</a:t>
            </a:r>
            <a:r>
              <a:rPr sz="1150" spc="-65" dirty="0">
                <a:latin typeface="Tahoma"/>
                <a:cs typeface="Tahoma"/>
              </a:rPr>
              <a:t> </a:t>
            </a:r>
            <a:r>
              <a:rPr sz="1150" dirty="0">
                <a:latin typeface="Tahoma"/>
                <a:cs typeface="Tahoma"/>
              </a:rPr>
              <a:t>producción</a:t>
            </a:r>
            <a:r>
              <a:rPr sz="1150" spc="-60" dirty="0">
                <a:latin typeface="Tahoma"/>
                <a:cs typeface="Tahoma"/>
              </a:rPr>
              <a:t> </a:t>
            </a:r>
            <a:r>
              <a:rPr sz="1150" dirty="0">
                <a:latin typeface="Tahoma"/>
                <a:cs typeface="Tahoma"/>
              </a:rPr>
              <a:t>es</a:t>
            </a:r>
            <a:r>
              <a:rPr sz="1150" spc="-80" dirty="0">
                <a:latin typeface="Tahoma"/>
                <a:cs typeface="Tahoma"/>
              </a:rPr>
              <a:t> </a:t>
            </a:r>
            <a:r>
              <a:rPr sz="1150" spc="-10" dirty="0">
                <a:latin typeface="Tahoma"/>
                <a:cs typeface="Tahoma"/>
              </a:rPr>
              <a:t>un</a:t>
            </a:r>
            <a:r>
              <a:rPr sz="1150" spc="-75" dirty="0">
                <a:latin typeface="Tahoma"/>
                <a:cs typeface="Tahoma"/>
              </a:rPr>
              <a:t> </a:t>
            </a:r>
            <a:r>
              <a:rPr sz="1150" spc="-10" dirty="0">
                <a:latin typeface="Tahoma"/>
                <a:cs typeface="Tahoma"/>
              </a:rPr>
              <a:t>antipatrón.</a:t>
            </a:r>
            <a:r>
              <a:rPr sz="1150" spc="-35" dirty="0">
                <a:latin typeface="Tahoma"/>
                <a:cs typeface="Tahoma"/>
              </a:rPr>
              <a:t> </a:t>
            </a:r>
            <a:r>
              <a:rPr sz="1150" dirty="0">
                <a:latin typeface="Tahoma"/>
                <a:cs typeface="Tahoma"/>
              </a:rPr>
              <a:t>La</a:t>
            </a:r>
            <a:r>
              <a:rPr sz="1150" spc="-75" dirty="0">
                <a:latin typeface="Tahoma"/>
                <a:cs typeface="Tahoma"/>
              </a:rPr>
              <a:t> </a:t>
            </a:r>
            <a:r>
              <a:rPr sz="1150" dirty="0">
                <a:latin typeface="Tahoma"/>
                <a:cs typeface="Tahoma"/>
              </a:rPr>
              <a:t>respuesta</a:t>
            </a:r>
            <a:r>
              <a:rPr sz="1150" spc="-90" dirty="0">
                <a:latin typeface="Tahoma"/>
                <a:cs typeface="Tahoma"/>
              </a:rPr>
              <a:t> </a:t>
            </a:r>
            <a:r>
              <a:rPr sz="1150" dirty="0">
                <a:latin typeface="Tahoma"/>
                <a:cs typeface="Tahoma"/>
              </a:rPr>
              <a:t>correcta</a:t>
            </a:r>
            <a:r>
              <a:rPr sz="1150" spc="-60" dirty="0">
                <a:latin typeface="Tahoma"/>
                <a:cs typeface="Tahoma"/>
              </a:rPr>
              <a:t> </a:t>
            </a:r>
            <a:r>
              <a:rPr sz="1150" dirty="0">
                <a:latin typeface="Tahoma"/>
                <a:cs typeface="Tahoma"/>
              </a:rPr>
              <a:t>siempre</a:t>
            </a:r>
            <a:r>
              <a:rPr sz="1150" spc="-95" dirty="0">
                <a:latin typeface="Tahoma"/>
                <a:cs typeface="Tahoma"/>
              </a:rPr>
              <a:t> </a:t>
            </a:r>
            <a:r>
              <a:rPr sz="1150" dirty="0">
                <a:latin typeface="Tahoma"/>
                <a:cs typeface="Tahoma"/>
              </a:rPr>
              <a:t>es</a:t>
            </a:r>
            <a:r>
              <a:rPr sz="1150" spc="-80" dirty="0">
                <a:latin typeface="Tahoma"/>
                <a:cs typeface="Tahoma"/>
              </a:rPr>
              <a:t> </a:t>
            </a:r>
            <a:r>
              <a:rPr sz="1150" spc="-35" dirty="0">
                <a:latin typeface="Tahoma"/>
                <a:cs typeface="Tahoma"/>
              </a:rPr>
              <a:t>Job</a:t>
            </a:r>
            <a:r>
              <a:rPr sz="1150" spc="-60" dirty="0">
                <a:latin typeface="Tahoma"/>
                <a:cs typeface="Tahoma"/>
              </a:rPr>
              <a:t> </a:t>
            </a:r>
            <a:r>
              <a:rPr sz="1150" spc="-10" dirty="0">
                <a:latin typeface="Tahoma"/>
                <a:cs typeface="Tahoma"/>
              </a:rPr>
              <a:t>Cluster para</a:t>
            </a:r>
            <a:r>
              <a:rPr sz="1150" spc="-95" dirty="0">
                <a:latin typeface="Tahoma"/>
                <a:cs typeface="Tahoma"/>
              </a:rPr>
              <a:t> </a:t>
            </a:r>
            <a:r>
              <a:rPr sz="1150" spc="-10" dirty="0">
                <a:latin typeface="Tahoma"/>
                <a:cs typeface="Tahoma"/>
              </a:rPr>
              <a:t>automatización.</a:t>
            </a:r>
            <a:endParaRPr sz="1150">
              <a:latin typeface="Tahoma"/>
              <a:cs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838200" y="411904"/>
            <a:ext cx="10515600" cy="1232004"/>
          </a:xfrm>
          <a:prstGeom prst="rect">
            <a:avLst/>
          </a:prstGeom>
        </p:spPr>
        <p:txBody>
          <a:bodyPr vert="horz" wrap="square" lIns="0" tIns="12700" rIns="0" bIns="0" rtlCol="0">
            <a:spAutoFit/>
          </a:bodyPr>
          <a:lstStyle/>
          <a:p>
            <a:pPr marL="12700">
              <a:lnSpc>
                <a:spcPct val="100000"/>
              </a:lnSpc>
              <a:spcBef>
                <a:spcPts val="100"/>
              </a:spcBef>
            </a:pPr>
            <a:r>
              <a:rPr spc="220" dirty="0"/>
              <a:t>Ciclo</a:t>
            </a:r>
            <a:r>
              <a:rPr spc="-175" dirty="0"/>
              <a:t> </a:t>
            </a:r>
            <a:r>
              <a:rPr spc="50" dirty="0"/>
              <a:t>de</a:t>
            </a:r>
            <a:r>
              <a:rPr spc="-155" dirty="0"/>
              <a:t> </a:t>
            </a:r>
            <a:r>
              <a:rPr dirty="0"/>
              <a:t>Vida:</a:t>
            </a:r>
            <a:r>
              <a:rPr spc="-180" dirty="0"/>
              <a:t> </a:t>
            </a:r>
            <a:r>
              <a:rPr dirty="0"/>
              <a:t>Job</a:t>
            </a:r>
            <a:r>
              <a:rPr spc="-85" dirty="0"/>
              <a:t> </a:t>
            </a:r>
            <a:r>
              <a:rPr spc="135" dirty="0"/>
              <a:t>Cluster</a:t>
            </a:r>
            <a:r>
              <a:rPr spc="-160" dirty="0"/>
              <a:t> </a:t>
            </a:r>
            <a:r>
              <a:rPr dirty="0"/>
              <a:t>vs</a:t>
            </a:r>
            <a:r>
              <a:rPr spc="-150" dirty="0"/>
              <a:t> </a:t>
            </a:r>
            <a:r>
              <a:rPr spc="120" dirty="0"/>
              <a:t>All-</a:t>
            </a:r>
            <a:r>
              <a:rPr spc="80" dirty="0"/>
              <a:t>Purpose</a:t>
            </a:r>
          </a:p>
          <a:p>
            <a:pPr marL="12700" marR="5080">
              <a:lnSpc>
                <a:spcPct val="136500"/>
              </a:lnSpc>
              <a:spcBef>
                <a:spcPts val="555"/>
              </a:spcBef>
            </a:pPr>
            <a:r>
              <a:rPr sz="1150" spc="50" dirty="0">
                <a:solidFill>
                  <a:srgbClr val="2A404F"/>
                </a:solidFill>
              </a:rPr>
              <a:t>Comprender</a:t>
            </a:r>
            <a:r>
              <a:rPr sz="1150" spc="-40" dirty="0">
                <a:solidFill>
                  <a:srgbClr val="2A404F"/>
                </a:solidFill>
              </a:rPr>
              <a:t> </a:t>
            </a:r>
            <a:r>
              <a:rPr sz="1150" dirty="0">
                <a:solidFill>
                  <a:srgbClr val="2A404F"/>
                </a:solidFill>
              </a:rPr>
              <a:t>el</a:t>
            </a:r>
            <a:r>
              <a:rPr sz="1150" spc="-100" dirty="0">
                <a:solidFill>
                  <a:srgbClr val="2A404F"/>
                </a:solidFill>
              </a:rPr>
              <a:t> </a:t>
            </a:r>
            <a:r>
              <a:rPr sz="1150" spc="100" dirty="0">
                <a:solidFill>
                  <a:srgbClr val="2A404F"/>
                </a:solidFill>
              </a:rPr>
              <a:t>ciclo</a:t>
            </a:r>
            <a:r>
              <a:rPr sz="1150" spc="-20" dirty="0">
                <a:solidFill>
                  <a:srgbClr val="2A404F"/>
                </a:solidFill>
              </a:rPr>
              <a:t> </a:t>
            </a:r>
            <a:r>
              <a:rPr sz="1150" dirty="0">
                <a:solidFill>
                  <a:srgbClr val="2A404F"/>
                </a:solidFill>
              </a:rPr>
              <a:t>de</a:t>
            </a:r>
            <a:r>
              <a:rPr sz="1150" spc="-20" dirty="0">
                <a:solidFill>
                  <a:srgbClr val="2A404F"/>
                </a:solidFill>
              </a:rPr>
              <a:t> vida</a:t>
            </a:r>
            <a:r>
              <a:rPr sz="1150" spc="-95" dirty="0">
                <a:solidFill>
                  <a:srgbClr val="2A404F"/>
                </a:solidFill>
              </a:rPr>
              <a:t> </a:t>
            </a:r>
            <a:r>
              <a:rPr sz="1150" dirty="0">
                <a:solidFill>
                  <a:srgbClr val="2A404F"/>
                </a:solidFill>
              </a:rPr>
              <a:t>de</a:t>
            </a:r>
            <a:r>
              <a:rPr sz="1150" spc="-5" dirty="0">
                <a:solidFill>
                  <a:srgbClr val="2A404F"/>
                </a:solidFill>
              </a:rPr>
              <a:t> </a:t>
            </a:r>
            <a:r>
              <a:rPr sz="1150" dirty="0">
                <a:solidFill>
                  <a:srgbClr val="2A404F"/>
                </a:solidFill>
              </a:rPr>
              <a:t>cada</a:t>
            </a:r>
            <a:r>
              <a:rPr sz="1150" spc="-100" dirty="0">
                <a:solidFill>
                  <a:srgbClr val="2A404F"/>
                </a:solidFill>
              </a:rPr>
              <a:t> </a:t>
            </a:r>
            <a:r>
              <a:rPr sz="1150" spc="50" dirty="0">
                <a:solidFill>
                  <a:srgbClr val="2A404F"/>
                </a:solidFill>
              </a:rPr>
              <a:t>tipo</a:t>
            </a:r>
            <a:r>
              <a:rPr sz="1150" spc="-25" dirty="0">
                <a:solidFill>
                  <a:srgbClr val="2A404F"/>
                </a:solidFill>
              </a:rPr>
              <a:t> </a:t>
            </a:r>
            <a:r>
              <a:rPr sz="1150" dirty="0">
                <a:solidFill>
                  <a:srgbClr val="2A404F"/>
                </a:solidFill>
              </a:rPr>
              <a:t>de</a:t>
            </a:r>
            <a:r>
              <a:rPr sz="1150" spc="-5" dirty="0">
                <a:solidFill>
                  <a:srgbClr val="2A404F"/>
                </a:solidFill>
              </a:rPr>
              <a:t> </a:t>
            </a:r>
            <a:r>
              <a:rPr sz="1150" dirty="0">
                <a:solidFill>
                  <a:srgbClr val="2A404F"/>
                </a:solidFill>
              </a:rPr>
              <a:t>cluster</a:t>
            </a:r>
            <a:r>
              <a:rPr sz="1150" spc="-130" dirty="0">
                <a:solidFill>
                  <a:srgbClr val="2A404F"/>
                </a:solidFill>
              </a:rPr>
              <a:t> </a:t>
            </a:r>
            <a:r>
              <a:rPr sz="1150" dirty="0">
                <a:solidFill>
                  <a:srgbClr val="2A404F"/>
                </a:solidFill>
              </a:rPr>
              <a:t>es</a:t>
            </a:r>
            <a:r>
              <a:rPr sz="1150" spc="-110" dirty="0">
                <a:solidFill>
                  <a:srgbClr val="2A404F"/>
                </a:solidFill>
              </a:rPr>
              <a:t> </a:t>
            </a:r>
            <a:r>
              <a:rPr sz="1150" dirty="0">
                <a:solidFill>
                  <a:srgbClr val="2A404F"/>
                </a:solidFill>
              </a:rPr>
              <a:t>clave</a:t>
            </a:r>
            <a:r>
              <a:rPr sz="1150" spc="-114" dirty="0">
                <a:solidFill>
                  <a:srgbClr val="2A404F"/>
                </a:solidFill>
              </a:rPr>
              <a:t> </a:t>
            </a:r>
            <a:r>
              <a:rPr sz="1150" spc="-10" dirty="0">
                <a:solidFill>
                  <a:srgbClr val="2A404F"/>
                </a:solidFill>
              </a:rPr>
              <a:t>para</a:t>
            </a:r>
            <a:r>
              <a:rPr sz="1150" spc="-85" dirty="0">
                <a:solidFill>
                  <a:srgbClr val="2A404F"/>
                </a:solidFill>
              </a:rPr>
              <a:t> </a:t>
            </a:r>
            <a:r>
              <a:rPr sz="1150" spc="-10" dirty="0">
                <a:solidFill>
                  <a:srgbClr val="2A404F"/>
                </a:solidFill>
              </a:rPr>
              <a:t>optimizar</a:t>
            </a:r>
            <a:r>
              <a:rPr sz="1150" spc="-100" dirty="0">
                <a:solidFill>
                  <a:srgbClr val="2A404F"/>
                </a:solidFill>
              </a:rPr>
              <a:t> </a:t>
            </a:r>
            <a:r>
              <a:rPr sz="1150" spc="70" dirty="0">
                <a:solidFill>
                  <a:srgbClr val="2A404F"/>
                </a:solidFill>
              </a:rPr>
              <a:t>costos</a:t>
            </a:r>
            <a:r>
              <a:rPr sz="1150" spc="15" dirty="0">
                <a:solidFill>
                  <a:srgbClr val="2A404F"/>
                </a:solidFill>
              </a:rPr>
              <a:t> </a:t>
            </a:r>
            <a:r>
              <a:rPr sz="1150" spc="-65" dirty="0">
                <a:solidFill>
                  <a:srgbClr val="2A404F"/>
                </a:solidFill>
              </a:rPr>
              <a:t>y</a:t>
            </a:r>
            <a:r>
              <a:rPr sz="1150" spc="-135" dirty="0">
                <a:solidFill>
                  <a:srgbClr val="2A404F"/>
                </a:solidFill>
              </a:rPr>
              <a:t> </a:t>
            </a:r>
            <a:r>
              <a:rPr lang="es-419" sz="1150" spc="-135" dirty="0">
                <a:solidFill>
                  <a:srgbClr val="2A404F"/>
                </a:solidFill>
              </a:rPr>
              <a:t> </a:t>
            </a:r>
            <a:r>
              <a:rPr sz="1150" dirty="0" err="1">
                <a:solidFill>
                  <a:srgbClr val="2A404F"/>
                </a:solidFill>
              </a:rPr>
              <a:t>diseñar</a:t>
            </a:r>
            <a:r>
              <a:rPr sz="1150" spc="-110" dirty="0">
                <a:solidFill>
                  <a:srgbClr val="2A404F"/>
                </a:solidFill>
              </a:rPr>
              <a:t> </a:t>
            </a:r>
            <a:r>
              <a:rPr sz="1150" dirty="0">
                <a:solidFill>
                  <a:srgbClr val="2A404F"/>
                </a:solidFill>
              </a:rPr>
              <a:t>arquitecturas</a:t>
            </a:r>
            <a:r>
              <a:rPr sz="1150" spc="-125" dirty="0">
                <a:solidFill>
                  <a:srgbClr val="2A404F"/>
                </a:solidFill>
              </a:rPr>
              <a:t> </a:t>
            </a:r>
            <a:r>
              <a:rPr sz="1150" dirty="0">
                <a:solidFill>
                  <a:srgbClr val="2A404F"/>
                </a:solidFill>
              </a:rPr>
              <a:t>eficientes.</a:t>
            </a:r>
            <a:r>
              <a:rPr sz="1150" spc="-125" dirty="0">
                <a:solidFill>
                  <a:srgbClr val="2A404F"/>
                </a:solidFill>
              </a:rPr>
              <a:t> </a:t>
            </a:r>
            <a:r>
              <a:rPr sz="1150" spc="-10" dirty="0">
                <a:solidFill>
                  <a:srgbClr val="2A404F"/>
                </a:solidFill>
              </a:rPr>
              <a:t>La</a:t>
            </a:r>
            <a:r>
              <a:rPr sz="1150" spc="-110" dirty="0">
                <a:solidFill>
                  <a:srgbClr val="2A404F"/>
                </a:solidFill>
              </a:rPr>
              <a:t> </a:t>
            </a:r>
            <a:r>
              <a:rPr sz="1150" spc="-10" dirty="0">
                <a:solidFill>
                  <a:srgbClr val="2A404F"/>
                </a:solidFill>
              </a:rPr>
              <a:t>diferencia</a:t>
            </a:r>
            <a:r>
              <a:rPr sz="1150" spc="-100" dirty="0">
                <a:solidFill>
                  <a:srgbClr val="2A404F"/>
                </a:solidFill>
              </a:rPr>
              <a:t> </a:t>
            </a:r>
            <a:r>
              <a:rPr sz="1150" spc="50" dirty="0">
                <a:solidFill>
                  <a:srgbClr val="2A404F"/>
                </a:solidFill>
              </a:rPr>
              <a:t>principal</a:t>
            </a:r>
            <a:r>
              <a:rPr sz="1150" spc="-90" dirty="0">
                <a:solidFill>
                  <a:srgbClr val="2A404F"/>
                </a:solidFill>
              </a:rPr>
              <a:t> </a:t>
            </a:r>
            <a:r>
              <a:rPr sz="1150" dirty="0">
                <a:solidFill>
                  <a:srgbClr val="2A404F"/>
                </a:solidFill>
              </a:rPr>
              <a:t>radica</a:t>
            </a:r>
            <a:r>
              <a:rPr sz="1150" spc="-125" dirty="0">
                <a:solidFill>
                  <a:srgbClr val="2A404F"/>
                </a:solidFill>
              </a:rPr>
              <a:t> </a:t>
            </a:r>
            <a:r>
              <a:rPr sz="1150" spc="-25" dirty="0">
                <a:solidFill>
                  <a:srgbClr val="2A404F"/>
                </a:solidFill>
              </a:rPr>
              <a:t>en </a:t>
            </a:r>
            <a:r>
              <a:rPr sz="1150" spc="60" dirty="0">
                <a:solidFill>
                  <a:srgbClr val="2A404F"/>
                </a:solidFill>
              </a:rPr>
              <a:t>cuándo</a:t>
            </a:r>
            <a:r>
              <a:rPr sz="1150" spc="-105" dirty="0">
                <a:solidFill>
                  <a:srgbClr val="2A404F"/>
                </a:solidFill>
              </a:rPr>
              <a:t> </a:t>
            </a:r>
            <a:r>
              <a:rPr sz="1150" dirty="0">
                <a:solidFill>
                  <a:srgbClr val="2A404F"/>
                </a:solidFill>
              </a:rPr>
              <a:t>se</a:t>
            </a:r>
            <a:r>
              <a:rPr sz="1150" spc="-165" dirty="0">
                <a:solidFill>
                  <a:srgbClr val="2A404F"/>
                </a:solidFill>
              </a:rPr>
              <a:t> </a:t>
            </a:r>
            <a:r>
              <a:rPr sz="1150" dirty="0">
                <a:solidFill>
                  <a:srgbClr val="2A404F"/>
                </a:solidFill>
              </a:rPr>
              <a:t>activa</a:t>
            </a:r>
            <a:r>
              <a:rPr sz="1150" spc="-140" dirty="0">
                <a:solidFill>
                  <a:srgbClr val="2A404F"/>
                </a:solidFill>
              </a:rPr>
              <a:t> </a:t>
            </a:r>
            <a:r>
              <a:rPr sz="1150" dirty="0">
                <a:solidFill>
                  <a:srgbClr val="2A404F"/>
                </a:solidFill>
              </a:rPr>
              <a:t>la</a:t>
            </a:r>
            <a:r>
              <a:rPr sz="1150" spc="-135" dirty="0">
                <a:solidFill>
                  <a:srgbClr val="2A404F"/>
                </a:solidFill>
              </a:rPr>
              <a:t> </a:t>
            </a:r>
            <a:r>
              <a:rPr sz="1150" spc="-10" dirty="0">
                <a:solidFill>
                  <a:srgbClr val="2A404F"/>
                </a:solidFill>
              </a:rPr>
              <a:t>facturación.</a:t>
            </a:r>
            <a:endParaRPr sz="1150" dirty="0"/>
          </a:p>
        </p:txBody>
      </p:sp>
      <p:sp>
        <p:nvSpPr>
          <p:cNvPr id="8" name="object 8"/>
          <p:cNvSpPr txBox="1"/>
          <p:nvPr/>
        </p:nvSpPr>
        <p:spPr>
          <a:xfrm>
            <a:off x="2819780" y="2262886"/>
            <a:ext cx="499745" cy="147955"/>
          </a:xfrm>
          <a:prstGeom prst="rect">
            <a:avLst/>
          </a:prstGeom>
        </p:spPr>
        <p:txBody>
          <a:bodyPr vert="horz" wrap="square" lIns="0" tIns="13335" rIns="0" bIns="0" rtlCol="0">
            <a:spAutoFit/>
          </a:bodyPr>
          <a:lstStyle/>
          <a:p>
            <a:pPr marL="12700">
              <a:lnSpc>
                <a:spcPct val="100000"/>
              </a:lnSpc>
              <a:spcBef>
                <a:spcPts val="105"/>
              </a:spcBef>
            </a:pPr>
            <a:r>
              <a:rPr sz="800" b="1" spc="-10" dirty="0">
                <a:solidFill>
                  <a:srgbClr val="FFFFFF"/>
                </a:solidFill>
                <a:latin typeface="Trebuchet MS"/>
                <a:cs typeface="Trebuchet MS"/>
              </a:rPr>
              <a:t>Pendiente</a:t>
            </a:r>
            <a:endParaRPr sz="800" dirty="0">
              <a:latin typeface="Trebuchet MS"/>
              <a:cs typeface="Trebuchet MS"/>
            </a:endParaRPr>
          </a:p>
        </p:txBody>
      </p:sp>
      <p:sp>
        <p:nvSpPr>
          <p:cNvPr id="15" name="object 15"/>
          <p:cNvSpPr txBox="1"/>
          <p:nvPr/>
        </p:nvSpPr>
        <p:spPr>
          <a:xfrm>
            <a:off x="4131055" y="3456279"/>
            <a:ext cx="739775" cy="801370"/>
          </a:xfrm>
          <a:prstGeom prst="rect">
            <a:avLst/>
          </a:prstGeom>
        </p:spPr>
        <p:txBody>
          <a:bodyPr vert="horz" wrap="square" lIns="0" tIns="45720" rIns="0" bIns="0" rtlCol="0">
            <a:spAutoFit/>
          </a:bodyPr>
          <a:lstStyle/>
          <a:p>
            <a:pPr marR="56515" algn="ctr">
              <a:lnSpc>
                <a:spcPct val="100000"/>
              </a:lnSpc>
              <a:spcBef>
                <a:spcPts val="360"/>
              </a:spcBef>
            </a:pPr>
            <a:r>
              <a:rPr sz="800" b="1" spc="-10" dirty="0">
                <a:solidFill>
                  <a:srgbClr val="FFFFFF"/>
                </a:solidFill>
                <a:latin typeface="Trebuchet MS"/>
                <a:cs typeface="Trebuchet MS"/>
              </a:rPr>
              <a:t>Enejecución</a:t>
            </a:r>
            <a:endParaRPr sz="800" dirty="0">
              <a:latin typeface="Trebuchet MS"/>
              <a:cs typeface="Trebuchet MS"/>
            </a:endParaRPr>
          </a:p>
          <a:p>
            <a:pPr marL="62865" marR="111760" algn="ctr">
              <a:lnSpc>
                <a:spcPct val="106200"/>
              </a:lnSpc>
              <a:spcBef>
                <a:spcPts val="204"/>
              </a:spcBef>
            </a:pPr>
            <a:r>
              <a:rPr sz="800" spc="-30" dirty="0">
                <a:solidFill>
                  <a:srgbClr val="FFFFFF"/>
                </a:solidFill>
                <a:latin typeface="Tahoma"/>
                <a:cs typeface="Tahoma"/>
              </a:rPr>
              <a:t>Job</a:t>
            </a:r>
            <a:r>
              <a:rPr sz="800" spc="-45" dirty="0">
                <a:solidFill>
                  <a:srgbClr val="FFFFFF"/>
                </a:solidFill>
                <a:latin typeface="Tahoma"/>
                <a:cs typeface="Tahoma"/>
              </a:rPr>
              <a:t> </a:t>
            </a:r>
            <a:r>
              <a:rPr sz="800" dirty="0">
                <a:solidFill>
                  <a:srgbClr val="FFFFFF"/>
                </a:solidFill>
                <a:latin typeface="Tahoma"/>
                <a:cs typeface="Tahoma"/>
              </a:rPr>
              <a:t>Cluster</a:t>
            </a:r>
            <a:r>
              <a:rPr sz="800" spc="-50" dirty="0">
                <a:solidFill>
                  <a:srgbClr val="FFFFFF"/>
                </a:solidFill>
                <a:latin typeface="Tahoma"/>
                <a:cs typeface="Tahoma"/>
              </a:rPr>
              <a:t> y</a:t>
            </a:r>
            <a:r>
              <a:rPr sz="800" spc="-10" dirty="0">
                <a:solidFill>
                  <a:srgbClr val="FFFFFF"/>
                </a:solidFill>
                <a:latin typeface="Tahoma"/>
                <a:cs typeface="Tahoma"/>
              </a:rPr>
              <a:t> All-purpose</a:t>
            </a:r>
            <a:endParaRPr sz="800" dirty="0">
              <a:latin typeface="Tahoma"/>
              <a:cs typeface="Tahoma"/>
            </a:endParaRPr>
          </a:p>
          <a:p>
            <a:pPr algn="ctr">
              <a:lnSpc>
                <a:spcPts val="840"/>
              </a:lnSpc>
            </a:pPr>
            <a:r>
              <a:rPr sz="800" spc="-10" dirty="0">
                <a:solidFill>
                  <a:srgbClr val="FFFFFF"/>
                </a:solidFill>
                <a:latin typeface="Tahoma"/>
                <a:cs typeface="Tahoma"/>
              </a:rPr>
              <a:t>ejecutan</a:t>
            </a:r>
            <a:r>
              <a:rPr sz="800" spc="-50" dirty="0">
                <a:solidFill>
                  <a:srgbClr val="FFFFFF"/>
                </a:solidFill>
                <a:latin typeface="Tahoma"/>
                <a:cs typeface="Tahoma"/>
              </a:rPr>
              <a:t> </a:t>
            </a:r>
            <a:r>
              <a:rPr sz="800" spc="-10" dirty="0">
                <a:solidFill>
                  <a:srgbClr val="FFFFFF"/>
                </a:solidFill>
                <a:latin typeface="Tahoma"/>
                <a:cs typeface="Tahoma"/>
              </a:rPr>
              <a:t>tareas.</a:t>
            </a:r>
            <a:endParaRPr sz="800" dirty="0">
              <a:latin typeface="Tahoma"/>
              <a:cs typeface="Tahoma"/>
            </a:endParaRPr>
          </a:p>
          <a:p>
            <a:pPr marL="24765" marR="15240" algn="ctr">
              <a:lnSpc>
                <a:spcPts val="880"/>
              </a:lnSpc>
              <a:spcBef>
                <a:spcPts val="60"/>
              </a:spcBef>
            </a:pPr>
            <a:r>
              <a:rPr sz="800" spc="-30" dirty="0">
                <a:solidFill>
                  <a:srgbClr val="FFFFFF"/>
                </a:solidFill>
                <a:latin typeface="Tahoma"/>
                <a:cs typeface="Tahoma"/>
              </a:rPr>
              <a:t>Job</a:t>
            </a:r>
            <a:r>
              <a:rPr sz="800" spc="-50" dirty="0">
                <a:solidFill>
                  <a:srgbClr val="FFFFFF"/>
                </a:solidFill>
                <a:latin typeface="Tahoma"/>
                <a:cs typeface="Tahoma"/>
              </a:rPr>
              <a:t> </a:t>
            </a:r>
            <a:r>
              <a:rPr sz="800" spc="-10" dirty="0">
                <a:solidFill>
                  <a:srgbClr val="FFFFFF"/>
                </a:solidFill>
                <a:latin typeface="Tahoma"/>
                <a:cs typeface="Tahoma"/>
              </a:rPr>
              <a:t>factura</a:t>
            </a:r>
            <a:r>
              <a:rPr sz="800" spc="-55" dirty="0">
                <a:solidFill>
                  <a:srgbClr val="FFFFFF"/>
                </a:solidFill>
                <a:latin typeface="Tahoma"/>
                <a:cs typeface="Tahoma"/>
              </a:rPr>
              <a:t> </a:t>
            </a:r>
            <a:r>
              <a:rPr sz="800" spc="-20" dirty="0">
                <a:solidFill>
                  <a:srgbClr val="FFFFFF"/>
                </a:solidFill>
                <a:latin typeface="Tahoma"/>
                <a:cs typeface="Tahoma"/>
              </a:rPr>
              <a:t>solo </a:t>
            </a:r>
            <a:r>
              <a:rPr sz="800" spc="-10" dirty="0">
                <a:solidFill>
                  <a:srgbClr val="FFFFFF"/>
                </a:solidFill>
                <a:latin typeface="Tahoma"/>
                <a:cs typeface="Tahoma"/>
              </a:rPr>
              <a:t>por</a:t>
            </a:r>
            <a:r>
              <a:rPr sz="800" spc="-80" dirty="0">
                <a:solidFill>
                  <a:srgbClr val="FFFFFF"/>
                </a:solidFill>
                <a:latin typeface="Tahoma"/>
                <a:cs typeface="Tahoma"/>
              </a:rPr>
              <a:t> </a:t>
            </a:r>
            <a:r>
              <a:rPr sz="800" spc="-20" dirty="0">
                <a:solidFill>
                  <a:srgbClr val="FFFFFF"/>
                </a:solidFill>
                <a:latin typeface="Tahoma"/>
                <a:cs typeface="Tahoma"/>
              </a:rPr>
              <a:t>uso.</a:t>
            </a:r>
            <a:endParaRPr sz="800" dirty="0">
              <a:latin typeface="Tahoma"/>
              <a:cs typeface="Tahoma"/>
            </a:endParaRPr>
          </a:p>
        </p:txBody>
      </p:sp>
      <p:sp>
        <p:nvSpPr>
          <p:cNvPr id="2" name="object 2"/>
          <p:cNvSpPr/>
          <p:nvPr/>
        </p:nvSpPr>
        <p:spPr>
          <a:xfrm>
            <a:off x="6096000" y="3885691"/>
            <a:ext cx="5143500" cy="1381125"/>
          </a:xfrm>
          <a:custGeom>
            <a:avLst/>
            <a:gdLst/>
            <a:ahLst/>
            <a:cxnLst/>
            <a:rect l="l" t="t" r="r" b="b"/>
            <a:pathLst>
              <a:path w="5143500" h="1381125">
                <a:moveTo>
                  <a:pt x="5127244" y="0"/>
                </a:moveTo>
                <a:lnTo>
                  <a:pt x="16255" y="0"/>
                </a:lnTo>
                <a:lnTo>
                  <a:pt x="0" y="16255"/>
                </a:lnTo>
                <a:lnTo>
                  <a:pt x="0" y="1364868"/>
                </a:lnTo>
                <a:lnTo>
                  <a:pt x="13842" y="1380743"/>
                </a:lnTo>
                <a:lnTo>
                  <a:pt x="16255" y="1381124"/>
                </a:lnTo>
                <a:lnTo>
                  <a:pt x="5127244" y="1381124"/>
                </a:lnTo>
                <a:lnTo>
                  <a:pt x="5129657" y="1380743"/>
                </a:lnTo>
                <a:lnTo>
                  <a:pt x="5143500" y="1364868"/>
                </a:lnTo>
                <a:lnTo>
                  <a:pt x="5143500" y="16255"/>
                </a:lnTo>
                <a:lnTo>
                  <a:pt x="5127244" y="0"/>
                </a:lnTo>
                <a:close/>
              </a:path>
            </a:pathLst>
          </a:custGeom>
          <a:solidFill>
            <a:srgbClr val="E8E8E8"/>
          </a:solidFill>
        </p:spPr>
        <p:txBody>
          <a:bodyPr wrap="square" lIns="0" tIns="0" rIns="0" bIns="0" rtlCol="0"/>
          <a:lstStyle/>
          <a:p>
            <a:endParaRPr/>
          </a:p>
        </p:txBody>
      </p:sp>
      <p:sp>
        <p:nvSpPr>
          <p:cNvPr id="4" name="object 4"/>
          <p:cNvSpPr txBox="1"/>
          <p:nvPr/>
        </p:nvSpPr>
        <p:spPr>
          <a:xfrm>
            <a:off x="3488182" y="5252720"/>
            <a:ext cx="723900" cy="193675"/>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FFFFFF"/>
                </a:solidFill>
                <a:latin typeface="Tahoma"/>
                <a:cs typeface="Tahoma"/>
              </a:rPr>
              <a:t>All-</a:t>
            </a:r>
            <a:r>
              <a:rPr sz="1100" spc="-10" dirty="0">
                <a:solidFill>
                  <a:srgbClr val="FFFFFF"/>
                </a:solidFill>
                <a:latin typeface="Tahoma"/>
                <a:cs typeface="Tahoma"/>
              </a:rPr>
              <a:t>Purpose</a:t>
            </a:r>
            <a:endParaRPr sz="1100">
              <a:latin typeface="Tahoma"/>
              <a:cs typeface="Tahoma"/>
            </a:endParaRPr>
          </a:p>
        </p:txBody>
      </p:sp>
      <p:grpSp>
        <p:nvGrpSpPr>
          <p:cNvPr id="29" name="object 29"/>
          <p:cNvGrpSpPr/>
          <p:nvPr/>
        </p:nvGrpSpPr>
        <p:grpSpPr>
          <a:xfrm>
            <a:off x="2142744" y="2427097"/>
            <a:ext cx="9097010" cy="1381125"/>
            <a:chOff x="2142744" y="2427097"/>
            <a:chExt cx="9097010" cy="1381125"/>
          </a:xfrm>
        </p:grpSpPr>
        <p:sp>
          <p:nvSpPr>
            <p:cNvPr id="30" name="object 30"/>
            <p:cNvSpPr/>
            <p:nvPr/>
          </p:nvSpPr>
          <p:spPr>
            <a:xfrm>
              <a:off x="2142744" y="3033648"/>
              <a:ext cx="376555" cy="376555"/>
            </a:xfrm>
            <a:custGeom>
              <a:avLst/>
              <a:gdLst/>
              <a:ahLst/>
              <a:cxnLst/>
              <a:rect l="l" t="t" r="r" b="b"/>
              <a:pathLst>
                <a:path w="376555" h="376554">
                  <a:moveTo>
                    <a:pt x="60960" y="0"/>
                  </a:moveTo>
                  <a:lnTo>
                    <a:pt x="124079" y="62991"/>
                  </a:lnTo>
                  <a:lnTo>
                    <a:pt x="0" y="187071"/>
                  </a:lnTo>
                  <a:lnTo>
                    <a:pt x="189230" y="376300"/>
                  </a:lnTo>
                  <a:lnTo>
                    <a:pt x="313308" y="252349"/>
                  </a:lnTo>
                  <a:lnTo>
                    <a:pt x="376300" y="315340"/>
                  </a:lnTo>
                  <a:lnTo>
                    <a:pt x="342645" y="33654"/>
                  </a:lnTo>
                  <a:lnTo>
                    <a:pt x="60960" y="0"/>
                  </a:lnTo>
                  <a:close/>
                </a:path>
              </a:pathLst>
            </a:custGeom>
            <a:solidFill>
              <a:srgbClr val="AAB6C1"/>
            </a:solidFill>
          </p:spPr>
          <p:txBody>
            <a:bodyPr wrap="square" lIns="0" tIns="0" rIns="0" bIns="0" rtlCol="0"/>
            <a:lstStyle/>
            <a:p>
              <a:endParaRPr/>
            </a:p>
          </p:txBody>
        </p:sp>
        <p:sp>
          <p:nvSpPr>
            <p:cNvPr id="31" name="object 31"/>
            <p:cNvSpPr/>
            <p:nvPr/>
          </p:nvSpPr>
          <p:spPr>
            <a:xfrm>
              <a:off x="6096000" y="2427097"/>
              <a:ext cx="5143500" cy="1381125"/>
            </a:xfrm>
            <a:custGeom>
              <a:avLst/>
              <a:gdLst/>
              <a:ahLst/>
              <a:cxnLst/>
              <a:rect l="l" t="t" r="r" b="b"/>
              <a:pathLst>
                <a:path w="5143500" h="1381125">
                  <a:moveTo>
                    <a:pt x="5127244" y="0"/>
                  </a:moveTo>
                  <a:lnTo>
                    <a:pt x="16255" y="0"/>
                  </a:lnTo>
                  <a:lnTo>
                    <a:pt x="0" y="16255"/>
                  </a:lnTo>
                  <a:lnTo>
                    <a:pt x="0" y="1364869"/>
                  </a:lnTo>
                  <a:lnTo>
                    <a:pt x="13842" y="1380616"/>
                  </a:lnTo>
                  <a:lnTo>
                    <a:pt x="16255" y="1381125"/>
                  </a:lnTo>
                  <a:lnTo>
                    <a:pt x="5127244" y="1381125"/>
                  </a:lnTo>
                  <a:lnTo>
                    <a:pt x="5129657" y="1380616"/>
                  </a:lnTo>
                  <a:lnTo>
                    <a:pt x="5143500" y="1364869"/>
                  </a:lnTo>
                  <a:lnTo>
                    <a:pt x="5143500" y="16255"/>
                  </a:lnTo>
                  <a:lnTo>
                    <a:pt x="5127244" y="0"/>
                  </a:lnTo>
                  <a:close/>
                </a:path>
              </a:pathLst>
            </a:custGeom>
            <a:solidFill>
              <a:srgbClr val="315E7A"/>
            </a:solidFill>
          </p:spPr>
          <p:txBody>
            <a:bodyPr wrap="square" lIns="0" tIns="0" rIns="0" bIns="0" rtlCol="0"/>
            <a:lstStyle/>
            <a:p>
              <a:endParaRPr/>
            </a:p>
          </p:txBody>
        </p:sp>
      </p:grpSp>
      <p:sp>
        <p:nvSpPr>
          <p:cNvPr id="32" name="object 32"/>
          <p:cNvSpPr txBox="1"/>
          <p:nvPr/>
        </p:nvSpPr>
        <p:spPr>
          <a:xfrm>
            <a:off x="6230492" y="2531110"/>
            <a:ext cx="4721225" cy="1085850"/>
          </a:xfrm>
          <a:prstGeom prst="rect">
            <a:avLst/>
          </a:prstGeom>
        </p:spPr>
        <p:txBody>
          <a:bodyPr vert="horz" wrap="square" lIns="0" tIns="12700" rIns="0" bIns="0" rtlCol="0">
            <a:spAutoFit/>
          </a:bodyPr>
          <a:lstStyle/>
          <a:p>
            <a:pPr marL="12700">
              <a:lnSpc>
                <a:spcPct val="100000"/>
              </a:lnSpc>
              <a:spcBef>
                <a:spcPts val="100"/>
              </a:spcBef>
            </a:pPr>
            <a:r>
              <a:rPr sz="1450" b="1" dirty="0">
                <a:solidFill>
                  <a:srgbClr val="FFFFFF"/>
                </a:solidFill>
                <a:latin typeface="Trebuchet MS"/>
                <a:cs typeface="Trebuchet MS"/>
              </a:rPr>
              <a:t>Job</a:t>
            </a:r>
            <a:r>
              <a:rPr sz="1450" b="1" spc="-20" dirty="0">
                <a:solidFill>
                  <a:srgbClr val="FFFFFF"/>
                </a:solidFill>
                <a:latin typeface="Trebuchet MS"/>
                <a:cs typeface="Trebuchet MS"/>
              </a:rPr>
              <a:t> </a:t>
            </a:r>
            <a:r>
              <a:rPr sz="1450" b="1" spc="-10" dirty="0">
                <a:solidFill>
                  <a:srgbClr val="FFFFFF"/>
                </a:solidFill>
                <a:latin typeface="Trebuchet MS"/>
                <a:cs typeface="Trebuchet MS"/>
              </a:rPr>
              <a:t>Cluster</a:t>
            </a:r>
            <a:r>
              <a:rPr sz="1450" b="1" spc="-185" dirty="0">
                <a:solidFill>
                  <a:srgbClr val="FFFFFF"/>
                </a:solidFill>
                <a:latin typeface="Trebuchet MS"/>
                <a:cs typeface="Trebuchet MS"/>
              </a:rPr>
              <a:t> </a:t>
            </a:r>
            <a:r>
              <a:rPr sz="1450" b="1" spc="345" dirty="0">
                <a:solidFill>
                  <a:srgbClr val="FFFFFF"/>
                </a:solidFill>
                <a:latin typeface="Trebuchet MS"/>
                <a:cs typeface="Trebuchet MS"/>
              </a:rPr>
              <a:t>—</a:t>
            </a:r>
            <a:r>
              <a:rPr sz="1450" b="1" spc="105" dirty="0">
                <a:solidFill>
                  <a:srgbClr val="FFFFFF"/>
                </a:solidFill>
                <a:latin typeface="Trebuchet MS"/>
                <a:cs typeface="Trebuchet MS"/>
              </a:rPr>
              <a:t>Costo</a:t>
            </a:r>
            <a:r>
              <a:rPr sz="1450" b="1" spc="-100" dirty="0">
                <a:solidFill>
                  <a:srgbClr val="FFFFFF"/>
                </a:solidFill>
                <a:latin typeface="Trebuchet MS"/>
                <a:cs typeface="Trebuchet MS"/>
              </a:rPr>
              <a:t> </a:t>
            </a:r>
            <a:r>
              <a:rPr sz="1450" b="1" spc="-10" dirty="0">
                <a:solidFill>
                  <a:srgbClr val="FFFFFF"/>
                </a:solidFill>
                <a:latin typeface="Trebuchet MS"/>
                <a:cs typeface="Trebuchet MS"/>
              </a:rPr>
              <a:t>Controlado</a:t>
            </a:r>
            <a:endParaRPr sz="1450">
              <a:latin typeface="Trebuchet MS"/>
              <a:cs typeface="Trebuchet MS"/>
            </a:endParaRPr>
          </a:p>
          <a:p>
            <a:pPr marL="12700" marR="5080">
              <a:lnSpc>
                <a:spcPct val="136100"/>
              </a:lnSpc>
              <a:spcBef>
                <a:spcPts val="969"/>
              </a:spcBef>
            </a:pPr>
            <a:r>
              <a:rPr sz="1150" dirty="0">
                <a:solidFill>
                  <a:srgbClr val="FFFFFF"/>
                </a:solidFill>
                <a:latin typeface="Tahoma"/>
                <a:cs typeface="Tahoma"/>
              </a:rPr>
              <a:t>Solo</a:t>
            </a:r>
            <a:r>
              <a:rPr sz="1150" spc="-85" dirty="0">
                <a:solidFill>
                  <a:srgbClr val="FFFFFF"/>
                </a:solidFill>
                <a:latin typeface="Tahoma"/>
                <a:cs typeface="Tahoma"/>
              </a:rPr>
              <a:t> </a:t>
            </a:r>
            <a:r>
              <a:rPr sz="1150" dirty="0">
                <a:solidFill>
                  <a:srgbClr val="FFFFFF"/>
                </a:solidFill>
                <a:latin typeface="Tahoma"/>
                <a:cs typeface="Tahoma"/>
              </a:rPr>
              <a:t>factura</a:t>
            </a:r>
            <a:r>
              <a:rPr sz="1150" spc="-80" dirty="0">
                <a:solidFill>
                  <a:srgbClr val="FFFFFF"/>
                </a:solidFill>
                <a:latin typeface="Tahoma"/>
                <a:cs typeface="Tahoma"/>
              </a:rPr>
              <a:t> </a:t>
            </a:r>
            <a:r>
              <a:rPr sz="1150" spc="-10" dirty="0">
                <a:solidFill>
                  <a:srgbClr val="FFFFFF"/>
                </a:solidFill>
                <a:latin typeface="Tahoma"/>
                <a:cs typeface="Tahoma"/>
              </a:rPr>
              <a:t>durante</a:t>
            </a:r>
            <a:r>
              <a:rPr sz="1150" spc="-90" dirty="0">
                <a:solidFill>
                  <a:srgbClr val="FFFFFF"/>
                </a:solidFill>
                <a:latin typeface="Tahoma"/>
                <a:cs typeface="Tahoma"/>
              </a:rPr>
              <a:t> </a:t>
            </a:r>
            <a:r>
              <a:rPr sz="1150" dirty="0">
                <a:solidFill>
                  <a:srgbClr val="FFFFFF"/>
                </a:solidFill>
                <a:latin typeface="Tahoma"/>
                <a:cs typeface="Tahoma"/>
              </a:rPr>
              <a:t>la</a:t>
            </a:r>
            <a:r>
              <a:rPr sz="1150" spc="-85" dirty="0">
                <a:solidFill>
                  <a:srgbClr val="FFFFFF"/>
                </a:solidFill>
                <a:latin typeface="Tahoma"/>
                <a:cs typeface="Tahoma"/>
              </a:rPr>
              <a:t> </a:t>
            </a:r>
            <a:r>
              <a:rPr sz="1150" dirty="0">
                <a:solidFill>
                  <a:srgbClr val="FFFFFF"/>
                </a:solidFill>
                <a:latin typeface="Tahoma"/>
                <a:cs typeface="Tahoma"/>
              </a:rPr>
              <a:t>ejecución</a:t>
            </a:r>
            <a:r>
              <a:rPr sz="1150" spc="-120" dirty="0">
                <a:solidFill>
                  <a:srgbClr val="FFFFFF"/>
                </a:solidFill>
                <a:latin typeface="Tahoma"/>
                <a:cs typeface="Tahoma"/>
              </a:rPr>
              <a:t> </a:t>
            </a:r>
            <a:r>
              <a:rPr sz="1150" dirty="0">
                <a:solidFill>
                  <a:srgbClr val="FFFFFF"/>
                </a:solidFill>
                <a:latin typeface="Tahoma"/>
                <a:cs typeface="Tahoma"/>
              </a:rPr>
              <a:t>efectiva</a:t>
            </a:r>
            <a:r>
              <a:rPr sz="1150" spc="-110" dirty="0">
                <a:solidFill>
                  <a:srgbClr val="FFFFFF"/>
                </a:solidFill>
                <a:latin typeface="Tahoma"/>
                <a:cs typeface="Tahoma"/>
              </a:rPr>
              <a:t> </a:t>
            </a:r>
            <a:r>
              <a:rPr sz="1150" dirty="0">
                <a:solidFill>
                  <a:srgbClr val="FFFFFF"/>
                </a:solidFill>
                <a:latin typeface="Tahoma"/>
                <a:cs typeface="Tahoma"/>
              </a:rPr>
              <a:t>del</a:t>
            </a:r>
            <a:r>
              <a:rPr sz="1150" spc="-100" dirty="0">
                <a:solidFill>
                  <a:srgbClr val="FFFFFF"/>
                </a:solidFill>
                <a:latin typeface="Tahoma"/>
                <a:cs typeface="Tahoma"/>
              </a:rPr>
              <a:t> </a:t>
            </a:r>
            <a:r>
              <a:rPr sz="1150" spc="-35" dirty="0">
                <a:solidFill>
                  <a:srgbClr val="FFFFFF"/>
                </a:solidFill>
                <a:latin typeface="Tahoma"/>
                <a:cs typeface="Tahoma"/>
              </a:rPr>
              <a:t>Job.</a:t>
            </a:r>
            <a:r>
              <a:rPr sz="1150" spc="-90" dirty="0">
                <a:solidFill>
                  <a:srgbClr val="FFFFFF"/>
                </a:solidFill>
                <a:latin typeface="Tahoma"/>
                <a:cs typeface="Tahoma"/>
              </a:rPr>
              <a:t> </a:t>
            </a:r>
            <a:r>
              <a:rPr sz="1150" dirty="0">
                <a:solidFill>
                  <a:srgbClr val="FFFFFF"/>
                </a:solidFill>
                <a:latin typeface="Tahoma"/>
                <a:cs typeface="Tahoma"/>
              </a:rPr>
              <a:t>Al</a:t>
            </a:r>
            <a:r>
              <a:rPr sz="1150" spc="-100" dirty="0">
                <a:solidFill>
                  <a:srgbClr val="FFFFFF"/>
                </a:solidFill>
                <a:latin typeface="Tahoma"/>
                <a:cs typeface="Tahoma"/>
              </a:rPr>
              <a:t> </a:t>
            </a:r>
            <a:r>
              <a:rPr sz="1150" spc="-10" dirty="0">
                <a:solidFill>
                  <a:srgbClr val="FFFFFF"/>
                </a:solidFill>
                <a:latin typeface="Tahoma"/>
                <a:cs typeface="Tahoma"/>
              </a:rPr>
              <a:t>terminar</a:t>
            </a:r>
            <a:r>
              <a:rPr sz="1150" spc="-90" dirty="0">
                <a:solidFill>
                  <a:srgbClr val="FFFFFF"/>
                </a:solidFill>
                <a:latin typeface="Tahoma"/>
                <a:cs typeface="Tahoma"/>
              </a:rPr>
              <a:t> </a:t>
            </a:r>
            <a:r>
              <a:rPr sz="1150" dirty="0">
                <a:solidFill>
                  <a:srgbClr val="FFFFFF"/>
                </a:solidFill>
                <a:latin typeface="Tahoma"/>
                <a:cs typeface="Tahoma"/>
              </a:rPr>
              <a:t>la</a:t>
            </a:r>
            <a:r>
              <a:rPr sz="1150" spc="-80" dirty="0">
                <a:solidFill>
                  <a:srgbClr val="FFFFFF"/>
                </a:solidFill>
                <a:latin typeface="Tahoma"/>
                <a:cs typeface="Tahoma"/>
              </a:rPr>
              <a:t> </a:t>
            </a:r>
            <a:r>
              <a:rPr sz="1150" spc="-10" dirty="0">
                <a:solidFill>
                  <a:srgbClr val="FFFFFF"/>
                </a:solidFill>
                <a:latin typeface="Tahoma"/>
                <a:cs typeface="Tahoma"/>
              </a:rPr>
              <a:t>tarea,</a:t>
            </a:r>
            <a:r>
              <a:rPr sz="1150" spc="-105" dirty="0">
                <a:solidFill>
                  <a:srgbClr val="FFFFFF"/>
                </a:solidFill>
                <a:latin typeface="Tahoma"/>
                <a:cs typeface="Tahoma"/>
              </a:rPr>
              <a:t> </a:t>
            </a:r>
            <a:r>
              <a:rPr sz="1150" spc="-25" dirty="0">
                <a:solidFill>
                  <a:srgbClr val="FFFFFF"/>
                </a:solidFill>
                <a:latin typeface="Tahoma"/>
                <a:cs typeface="Tahoma"/>
              </a:rPr>
              <a:t>el </a:t>
            </a:r>
            <a:r>
              <a:rPr sz="1150" dirty="0">
                <a:solidFill>
                  <a:srgbClr val="FFFFFF"/>
                </a:solidFill>
                <a:latin typeface="Tahoma"/>
                <a:cs typeface="Tahoma"/>
              </a:rPr>
              <a:t>cluster</a:t>
            </a:r>
            <a:r>
              <a:rPr sz="1150" spc="-75" dirty="0">
                <a:solidFill>
                  <a:srgbClr val="FFFFFF"/>
                </a:solidFill>
                <a:latin typeface="Tahoma"/>
                <a:cs typeface="Tahoma"/>
              </a:rPr>
              <a:t> </a:t>
            </a:r>
            <a:r>
              <a:rPr sz="1150" dirty="0">
                <a:solidFill>
                  <a:srgbClr val="FFFFFF"/>
                </a:solidFill>
                <a:latin typeface="Tahoma"/>
                <a:cs typeface="Tahoma"/>
              </a:rPr>
              <a:t>se</a:t>
            </a:r>
            <a:r>
              <a:rPr sz="1150" spc="-55" dirty="0">
                <a:solidFill>
                  <a:srgbClr val="FFFFFF"/>
                </a:solidFill>
                <a:latin typeface="Tahoma"/>
                <a:cs typeface="Tahoma"/>
              </a:rPr>
              <a:t> </a:t>
            </a:r>
            <a:r>
              <a:rPr sz="1150" spc="-10" dirty="0">
                <a:solidFill>
                  <a:srgbClr val="FFFFFF"/>
                </a:solidFill>
                <a:latin typeface="Tahoma"/>
                <a:cs typeface="Tahoma"/>
              </a:rPr>
              <a:t>destruye</a:t>
            </a:r>
            <a:r>
              <a:rPr sz="1150" spc="-75" dirty="0">
                <a:solidFill>
                  <a:srgbClr val="FFFFFF"/>
                </a:solidFill>
                <a:latin typeface="Tahoma"/>
                <a:cs typeface="Tahoma"/>
              </a:rPr>
              <a:t> </a:t>
            </a:r>
            <a:r>
              <a:rPr sz="1150" dirty="0">
                <a:solidFill>
                  <a:srgbClr val="FFFFFF"/>
                </a:solidFill>
                <a:latin typeface="Tahoma"/>
                <a:cs typeface="Tahoma"/>
              </a:rPr>
              <a:t>automáticamente.</a:t>
            </a:r>
            <a:r>
              <a:rPr sz="1150" spc="-105" dirty="0">
                <a:solidFill>
                  <a:srgbClr val="FFFFFF"/>
                </a:solidFill>
                <a:latin typeface="Tahoma"/>
                <a:cs typeface="Tahoma"/>
              </a:rPr>
              <a:t> </a:t>
            </a:r>
            <a:r>
              <a:rPr sz="1150" dirty="0">
                <a:solidFill>
                  <a:srgbClr val="FFFFFF"/>
                </a:solidFill>
                <a:latin typeface="Tahoma"/>
                <a:cs typeface="Tahoma"/>
              </a:rPr>
              <a:t>Configuración</a:t>
            </a:r>
            <a:r>
              <a:rPr sz="1150" spc="-40" dirty="0">
                <a:solidFill>
                  <a:srgbClr val="FFFFFF"/>
                </a:solidFill>
                <a:latin typeface="Tahoma"/>
                <a:cs typeface="Tahoma"/>
              </a:rPr>
              <a:t> </a:t>
            </a:r>
            <a:r>
              <a:rPr sz="1150" dirty="0">
                <a:solidFill>
                  <a:srgbClr val="FFFFFF"/>
                </a:solidFill>
                <a:latin typeface="Tahoma"/>
                <a:cs typeface="Tahoma"/>
              </a:rPr>
              <a:t>reproducible</a:t>
            </a:r>
            <a:r>
              <a:rPr sz="1150" spc="-65" dirty="0">
                <a:solidFill>
                  <a:srgbClr val="FFFFFF"/>
                </a:solidFill>
                <a:latin typeface="Tahoma"/>
                <a:cs typeface="Tahoma"/>
              </a:rPr>
              <a:t> </a:t>
            </a:r>
            <a:r>
              <a:rPr sz="1150" spc="-10" dirty="0">
                <a:solidFill>
                  <a:srgbClr val="FFFFFF"/>
                </a:solidFill>
                <a:latin typeface="Tahoma"/>
                <a:cs typeface="Tahoma"/>
              </a:rPr>
              <a:t>en</a:t>
            </a:r>
            <a:r>
              <a:rPr sz="1150" spc="-65" dirty="0">
                <a:solidFill>
                  <a:srgbClr val="FFFFFF"/>
                </a:solidFill>
                <a:latin typeface="Tahoma"/>
                <a:cs typeface="Tahoma"/>
              </a:rPr>
              <a:t> </a:t>
            </a:r>
            <a:r>
              <a:rPr sz="1150" spc="-20" dirty="0">
                <a:solidFill>
                  <a:srgbClr val="FFFFFF"/>
                </a:solidFill>
                <a:latin typeface="Tahoma"/>
                <a:cs typeface="Tahoma"/>
              </a:rPr>
              <a:t>cada </a:t>
            </a:r>
            <a:r>
              <a:rPr sz="1150" spc="-10" dirty="0">
                <a:solidFill>
                  <a:srgbClr val="FFFFFF"/>
                </a:solidFill>
                <a:latin typeface="Tahoma"/>
                <a:cs typeface="Tahoma"/>
              </a:rPr>
              <a:t>ejecución.</a:t>
            </a:r>
            <a:endParaRPr sz="1150">
              <a:latin typeface="Tahoma"/>
              <a:cs typeface="Tahoma"/>
            </a:endParaRPr>
          </a:p>
        </p:txBody>
      </p:sp>
      <p:sp>
        <p:nvSpPr>
          <p:cNvPr id="28" name="object 28"/>
          <p:cNvSpPr txBox="1"/>
          <p:nvPr/>
        </p:nvSpPr>
        <p:spPr>
          <a:xfrm>
            <a:off x="1273810" y="3409543"/>
            <a:ext cx="845185" cy="894080"/>
          </a:xfrm>
          <a:prstGeom prst="rect">
            <a:avLst/>
          </a:prstGeom>
        </p:spPr>
        <p:txBody>
          <a:bodyPr vert="horz" wrap="square" lIns="0" tIns="45720" rIns="0" bIns="0" rtlCol="0">
            <a:spAutoFit/>
          </a:bodyPr>
          <a:lstStyle/>
          <a:p>
            <a:pPr marR="49530" algn="ctr">
              <a:lnSpc>
                <a:spcPct val="100000"/>
              </a:lnSpc>
              <a:spcBef>
                <a:spcPts val="360"/>
              </a:spcBef>
            </a:pPr>
            <a:r>
              <a:rPr sz="800" b="1" spc="-10" dirty="0">
                <a:solidFill>
                  <a:srgbClr val="FFFFFF"/>
                </a:solidFill>
                <a:latin typeface="Trebuchet MS"/>
                <a:cs typeface="Trebuchet MS"/>
              </a:rPr>
              <a:t>Terminación</a:t>
            </a:r>
            <a:endParaRPr sz="800">
              <a:latin typeface="Trebuchet MS"/>
              <a:cs typeface="Trebuchet MS"/>
            </a:endParaRPr>
          </a:p>
          <a:p>
            <a:pPr marL="12700" marR="5080" indent="-60325" algn="ctr">
              <a:lnSpc>
                <a:spcPts val="880"/>
              </a:lnSpc>
              <a:spcBef>
                <a:spcPts val="360"/>
              </a:spcBef>
            </a:pPr>
            <a:r>
              <a:rPr sz="800" spc="-30" dirty="0">
                <a:solidFill>
                  <a:srgbClr val="FFFFFF"/>
                </a:solidFill>
                <a:latin typeface="Tahoma"/>
                <a:cs typeface="Tahoma"/>
              </a:rPr>
              <a:t>Job</a:t>
            </a:r>
            <a:r>
              <a:rPr sz="800" spc="-70" dirty="0">
                <a:solidFill>
                  <a:srgbClr val="FFFFFF"/>
                </a:solidFill>
                <a:latin typeface="Tahoma"/>
                <a:cs typeface="Tahoma"/>
              </a:rPr>
              <a:t> </a:t>
            </a:r>
            <a:r>
              <a:rPr sz="800" spc="-10" dirty="0">
                <a:solidFill>
                  <a:srgbClr val="FFFFFF"/>
                </a:solidFill>
                <a:latin typeface="Tahoma"/>
                <a:cs typeface="Tahoma"/>
              </a:rPr>
              <a:t>termina automáticamente.</a:t>
            </a:r>
            <a:endParaRPr sz="800">
              <a:latin typeface="Tahoma"/>
              <a:cs typeface="Tahoma"/>
            </a:endParaRPr>
          </a:p>
          <a:p>
            <a:pPr marL="635" algn="ctr">
              <a:lnSpc>
                <a:spcPts val="815"/>
              </a:lnSpc>
            </a:pPr>
            <a:r>
              <a:rPr sz="800" spc="-10" dirty="0">
                <a:solidFill>
                  <a:srgbClr val="FFFFFF"/>
                </a:solidFill>
                <a:latin typeface="Tahoma"/>
                <a:cs typeface="Tahoma"/>
              </a:rPr>
              <a:t>All-purpose</a:t>
            </a:r>
            <a:endParaRPr sz="800">
              <a:latin typeface="Tahoma"/>
              <a:cs typeface="Tahoma"/>
            </a:endParaRPr>
          </a:p>
          <a:p>
            <a:pPr marL="155575" marR="147955" algn="ctr">
              <a:lnSpc>
                <a:spcPct val="91900"/>
              </a:lnSpc>
              <a:spcBef>
                <a:spcPts val="35"/>
              </a:spcBef>
            </a:pPr>
            <a:r>
              <a:rPr sz="800" spc="-10" dirty="0">
                <a:solidFill>
                  <a:srgbClr val="FFFFFF"/>
                </a:solidFill>
                <a:latin typeface="Tahoma"/>
                <a:cs typeface="Tahoma"/>
              </a:rPr>
              <a:t>requiere terminación manual</a:t>
            </a:r>
            <a:endParaRPr sz="800">
              <a:latin typeface="Tahoma"/>
              <a:cs typeface="Tahoma"/>
            </a:endParaRPr>
          </a:p>
        </p:txBody>
      </p:sp>
      <p:sp>
        <p:nvSpPr>
          <p:cNvPr id="20" name="object 20"/>
          <p:cNvSpPr txBox="1"/>
          <p:nvPr/>
        </p:nvSpPr>
        <p:spPr>
          <a:xfrm>
            <a:off x="2705989" y="4918964"/>
            <a:ext cx="1583055" cy="193675"/>
          </a:xfrm>
          <a:prstGeom prst="rect">
            <a:avLst/>
          </a:prstGeom>
        </p:spPr>
        <p:txBody>
          <a:bodyPr vert="horz" wrap="square" lIns="0" tIns="12700" rIns="0" bIns="0" rtlCol="0">
            <a:spAutoFit/>
          </a:bodyPr>
          <a:lstStyle/>
          <a:p>
            <a:pPr marL="38100">
              <a:lnSpc>
                <a:spcPct val="100000"/>
              </a:lnSpc>
              <a:spcBef>
                <a:spcPts val="100"/>
              </a:spcBef>
            </a:pPr>
            <a:r>
              <a:rPr sz="800" b="1" spc="10" dirty="0">
                <a:solidFill>
                  <a:srgbClr val="FFFFFF"/>
                </a:solidFill>
                <a:latin typeface="Trebuchet MS"/>
                <a:cs typeface="Trebuchet MS"/>
              </a:rPr>
              <a:t>Idlecontinuo</a:t>
            </a:r>
            <a:r>
              <a:rPr sz="800" b="1" spc="320" dirty="0">
                <a:solidFill>
                  <a:srgbClr val="FFFFFF"/>
                </a:solidFill>
                <a:latin typeface="Trebuchet MS"/>
                <a:cs typeface="Trebuchet MS"/>
              </a:rPr>
              <a:t> </a:t>
            </a:r>
            <a:r>
              <a:rPr sz="1650" spc="-15" baseline="-30303" dirty="0">
                <a:solidFill>
                  <a:srgbClr val="FFFFFF"/>
                </a:solidFill>
                <a:latin typeface="Tahoma"/>
                <a:cs typeface="Tahoma"/>
              </a:rPr>
              <a:t>Idlecontinuo</a:t>
            </a:r>
            <a:endParaRPr sz="1650" baseline="-30303">
              <a:latin typeface="Tahoma"/>
              <a:cs typeface="Tahoma"/>
            </a:endParaRPr>
          </a:p>
        </p:txBody>
      </p:sp>
      <p:sp>
        <p:nvSpPr>
          <p:cNvPr id="33" name="object 33"/>
          <p:cNvSpPr txBox="1"/>
          <p:nvPr/>
        </p:nvSpPr>
        <p:spPr>
          <a:xfrm>
            <a:off x="6230492" y="3985336"/>
            <a:ext cx="4556760" cy="1085850"/>
          </a:xfrm>
          <a:prstGeom prst="rect">
            <a:avLst/>
          </a:prstGeom>
        </p:spPr>
        <p:txBody>
          <a:bodyPr vert="horz" wrap="square" lIns="0" tIns="13335" rIns="0" bIns="0" rtlCol="0">
            <a:spAutoFit/>
          </a:bodyPr>
          <a:lstStyle/>
          <a:p>
            <a:pPr marL="12700">
              <a:lnSpc>
                <a:spcPct val="100000"/>
              </a:lnSpc>
              <a:spcBef>
                <a:spcPts val="105"/>
              </a:spcBef>
            </a:pPr>
            <a:r>
              <a:rPr sz="1450" b="1" spc="10" dirty="0">
                <a:solidFill>
                  <a:srgbClr val="114E71"/>
                </a:solidFill>
                <a:latin typeface="Trebuchet MS"/>
                <a:cs typeface="Trebuchet MS"/>
              </a:rPr>
              <a:t>All-Purpose</a:t>
            </a:r>
            <a:r>
              <a:rPr sz="1450" b="1" spc="-165" dirty="0">
                <a:solidFill>
                  <a:srgbClr val="114E71"/>
                </a:solidFill>
                <a:latin typeface="Trebuchet MS"/>
                <a:cs typeface="Trebuchet MS"/>
              </a:rPr>
              <a:t> </a:t>
            </a:r>
            <a:r>
              <a:rPr sz="1450" b="1" spc="270" dirty="0">
                <a:solidFill>
                  <a:srgbClr val="114E71"/>
                </a:solidFill>
                <a:latin typeface="Trebuchet MS"/>
                <a:cs typeface="Trebuchet MS"/>
              </a:rPr>
              <a:t>—</a:t>
            </a:r>
            <a:r>
              <a:rPr sz="1450" b="1" spc="55" dirty="0">
                <a:solidFill>
                  <a:srgbClr val="114E71"/>
                </a:solidFill>
                <a:latin typeface="Trebuchet MS"/>
                <a:cs typeface="Trebuchet MS"/>
              </a:rPr>
              <a:t>Riesgo</a:t>
            </a:r>
            <a:r>
              <a:rPr sz="1450" b="1" spc="-165" dirty="0">
                <a:solidFill>
                  <a:srgbClr val="114E71"/>
                </a:solidFill>
                <a:latin typeface="Trebuchet MS"/>
                <a:cs typeface="Trebuchet MS"/>
              </a:rPr>
              <a:t> </a:t>
            </a:r>
            <a:r>
              <a:rPr sz="1450" b="1" spc="10" dirty="0">
                <a:solidFill>
                  <a:srgbClr val="114E71"/>
                </a:solidFill>
                <a:latin typeface="Trebuchet MS"/>
                <a:cs typeface="Trebuchet MS"/>
              </a:rPr>
              <a:t>de</a:t>
            </a:r>
            <a:r>
              <a:rPr sz="1450" b="1" spc="-140" dirty="0">
                <a:solidFill>
                  <a:srgbClr val="114E71"/>
                </a:solidFill>
                <a:latin typeface="Trebuchet MS"/>
                <a:cs typeface="Trebuchet MS"/>
              </a:rPr>
              <a:t> </a:t>
            </a:r>
            <a:r>
              <a:rPr sz="1450" b="1" spc="105" dirty="0">
                <a:solidFill>
                  <a:srgbClr val="114E71"/>
                </a:solidFill>
                <a:latin typeface="Trebuchet MS"/>
                <a:cs typeface="Trebuchet MS"/>
              </a:rPr>
              <a:t>Costo</a:t>
            </a:r>
            <a:r>
              <a:rPr sz="1450" b="1" spc="-110" dirty="0">
                <a:solidFill>
                  <a:srgbClr val="114E71"/>
                </a:solidFill>
                <a:latin typeface="Trebuchet MS"/>
                <a:cs typeface="Trebuchet MS"/>
              </a:rPr>
              <a:t> </a:t>
            </a:r>
            <a:r>
              <a:rPr sz="1450" b="1" spc="45" dirty="0">
                <a:solidFill>
                  <a:srgbClr val="114E71"/>
                </a:solidFill>
                <a:latin typeface="Trebuchet MS"/>
                <a:cs typeface="Trebuchet MS"/>
              </a:rPr>
              <a:t>Oculto</a:t>
            </a:r>
            <a:endParaRPr sz="1450">
              <a:latin typeface="Trebuchet MS"/>
              <a:cs typeface="Trebuchet MS"/>
            </a:endParaRPr>
          </a:p>
          <a:p>
            <a:pPr marL="12700" marR="5080">
              <a:lnSpc>
                <a:spcPct val="136100"/>
              </a:lnSpc>
              <a:spcBef>
                <a:spcPts val="965"/>
              </a:spcBef>
            </a:pPr>
            <a:r>
              <a:rPr sz="1150" spc="-30" dirty="0">
                <a:solidFill>
                  <a:srgbClr val="2B404F"/>
                </a:solidFill>
                <a:latin typeface="Tahoma"/>
                <a:cs typeface="Tahoma"/>
              </a:rPr>
              <a:t>Sigue</a:t>
            </a:r>
            <a:r>
              <a:rPr sz="1150" spc="-95" dirty="0">
                <a:solidFill>
                  <a:srgbClr val="2B404F"/>
                </a:solidFill>
                <a:latin typeface="Tahoma"/>
                <a:cs typeface="Tahoma"/>
              </a:rPr>
              <a:t> </a:t>
            </a:r>
            <a:r>
              <a:rPr sz="1150" spc="-10" dirty="0">
                <a:solidFill>
                  <a:srgbClr val="2B404F"/>
                </a:solidFill>
                <a:latin typeface="Tahoma"/>
                <a:cs typeface="Tahoma"/>
              </a:rPr>
              <a:t>facturando</a:t>
            </a:r>
            <a:r>
              <a:rPr sz="1150" spc="-55" dirty="0">
                <a:solidFill>
                  <a:srgbClr val="2B404F"/>
                </a:solidFill>
                <a:latin typeface="Tahoma"/>
                <a:cs typeface="Tahoma"/>
              </a:rPr>
              <a:t> </a:t>
            </a:r>
            <a:r>
              <a:rPr sz="1150" dirty="0">
                <a:solidFill>
                  <a:srgbClr val="2B404F"/>
                </a:solidFill>
                <a:latin typeface="Tahoma"/>
                <a:cs typeface="Tahoma"/>
              </a:rPr>
              <a:t>incluso</a:t>
            </a:r>
            <a:r>
              <a:rPr sz="1150" spc="-85" dirty="0">
                <a:solidFill>
                  <a:srgbClr val="2B404F"/>
                </a:solidFill>
                <a:latin typeface="Tahoma"/>
                <a:cs typeface="Tahoma"/>
              </a:rPr>
              <a:t> </a:t>
            </a:r>
            <a:r>
              <a:rPr sz="1150" dirty="0">
                <a:solidFill>
                  <a:srgbClr val="2B404F"/>
                </a:solidFill>
                <a:latin typeface="Tahoma"/>
                <a:cs typeface="Tahoma"/>
              </a:rPr>
              <a:t>sin</a:t>
            </a:r>
            <a:r>
              <a:rPr sz="1150" spc="-75" dirty="0">
                <a:solidFill>
                  <a:srgbClr val="2B404F"/>
                </a:solidFill>
                <a:latin typeface="Tahoma"/>
                <a:cs typeface="Tahoma"/>
              </a:rPr>
              <a:t> </a:t>
            </a:r>
            <a:r>
              <a:rPr sz="1150" spc="-20" dirty="0">
                <a:solidFill>
                  <a:srgbClr val="2B404F"/>
                </a:solidFill>
                <a:latin typeface="Tahoma"/>
                <a:cs typeface="Tahoma"/>
              </a:rPr>
              <a:t>carga</a:t>
            </a:r>
            <a:r>
              <a:rPr sz="1150" spc="-75" dirty="0">
                <a:solidFill>
                  <a:srgbClr val="2B404F"/>
                </a:solidFill>
                <a:latin typeface="Tahoma"/>
                <a:cs typeface="Tahoma"/>
              </a:rPr>
              <a:t> </a:t>
            </a:r>
            <a:r>
              <a:rPr sz="1150" spc="-20" dirty="0">
                <a:solidFill>
                  <a:srgbClr val="2B404F"/>
                </a:solidFill>
                <a:latin typeface="Tahoma"/>
                <a:cs typeface="Tahoma"/>
              </a:rPr>
              <a:t>activa.</a:t>
            </a:r>
            <a:r>
              <a:rPr sz="1150" spc="-65" dirty="0">
                <a:solidFill>
                  <a:srgbClr val="2B404F"/>
                </a:solidFill>
                <a:latin typeface="Tahoma"/>
                <a:cs typeface="Tahoma"/>
              </a:rPr>
              <a:t> </a:t>
            </a:r>
            <a:r>
              <a:rPr sz="1150" spc="-25" dirty="0">
                <a:solidFill>
                  <a:srgbClr val="2B404F"/>
                </a:solidFill>
                <a:latin typeface="Tahoma"/>
                <a:cs typeface="Tahoma"/>
              </a:rPr>
              <a:t>Configurar</a:t>
            </a:r>
            <a:r>
              <a:rPr sz="1150" spc="-60" dirty="0">
                <a:solidFill>
                  <a:srgbClr val="2B404F"/>
                </a:solidFill>
                <a:latin typeface="Tahoma"/>
                <a:cs typeface="Tahoma"/>
              </a:rPr>
              <a:t> </a:t>
            </a:r>
            <a:r>
              <a:rPr sz="1150" spc="-25" dirty="0">
                <a:solidFill>
                  <a:srgbClr val="2B404F"/>
                </a:solidFill>
                <a:latin typeface="Tahoma"/>
                <a:cs typeface="Tahoma"/>
              </a:rPr>
              <a:t>auto-</a:t>
            </a:r>
            <a:r>
              <a:rPr sz="1150" spc="-20" dirty="0">
                <a:solidFill>
                  <a:srgbClr val="2B404F"/>
                </a:solidFill>
                <a:latin typeface="Tahoma"/>
                <a:cs typeface="Tahoma"/>
              </a:rPr>
              <a:t>termination</a:t>
            </a:r>
            <a:r>
              <a:rPr sz="1150" spc="-70" dirty="0">
                <a:solidFill>
                  <a:srgbClr val="2B404F"/>
                </a:solidFill>
                <a:latin typeface="Tahoma"/>
                <a:cs typeface="Tahoma"/>
              </a:rPr>
              <a:t> </a:t>
            </a:r>
            <a:r>
              <a:rPr sz="1150" spc="-25" dirty="0">
                <a:solidFill>
                  <a:srgbClr val="2B404F"/>
                </a:solidFill>
                <a:latin typeface="Tahoma"/>
                <a:cs typeface="Tahoma"/>
              </a:rPr>
              <a:t>(p. </a:t>
            </a:r>
            <a:r>
              <a:rPr sz="1150" spc="-40" dirty="0">
                <a:solidFill>
                  <a:srgbClr val="2B404F"/>
                </a:solidFill>
                <a:latin typeface="Tahoma"/>
                <a:cs typeface="Tahoma"/>
              </a:rPr>
              <a:t>ej.,</a:t>
            </a:r>
            <a:r>
              <a:rPr sz="1150" spc="-105" dirty="0">
                <a:solidFill>
                  <a:srgbClr val="2B404F"/>
                </a:solidFill>
                <a:latin typeface="Tahoma"/>
                <a:cs typeface="Tahoma"/>
              </a:rPr>
              <a:t> </a:t>
            </a:r>
            <a:r>
              <a:rPr sz="1150" spc="-60" dirty="0">
                <a:solidFill>
                  <a:srgbClr val="2B404F"/>
                </a:solidFill>
                <a:latin typeface="Tahoma"/>
                <a:cs typeface="Tahoma"/>
              </a:rPr>
              <a:t>30–</a:t>
            </a:r>
            <a:r>
              <a:rPr sz="1150" spc="-30" dirty="0">
                <a:solidFill>
                  <a:srgbClr val="2B404F"/>
                </a:solidFill>
                <a:latin typeface="Tahoma"/>
                <a:cs typeface="Tahoma"/>
              </a:rPr>
              <a:t>60</a:t>
            </a:r>
            <a:r>
              <a:rPr sz="1150" spc="-105" dirty="0">
                <a:solidFill>
                  <a:srgbClr val="2B404F"/>
                </a:solidFill>
                <a:latin typeface="Tahoma"/>
                <a:cs typeface="Tahoma"/>
              </a:rPr>
              <a:t> </a:t>
            </a:r>
            <a:r>
              <a:rPr sz="1150" spc="-25" dirty="0">
                <a:solidFill>
                  <a:srgbClr val="2B404F"/>
                </a:solidFill>
                <a:latin typeface="Tahoma"/>
                <a:cs typeface="Tahoma"/>
              </a:rPr>
              <a:t>minutos)</a:t>
            </a:r>
            <a:r>
              <a:rPr sz="1150" spc="-105" dirty="0">
                <a:solidFill>
                  <a:srgbClr val="2B404F"/>
                </a:solidFill>
                <a:latin typeface="Tahoma"/>
                <a:cs typeface="Tahoma"/>
              </a:rPr>
              <a:t> </a:t>
            </a:r>
            <a:r>
              <a:rPr sz="1150" dirty="0">
                <a:solidFill>
                  <a:srgbClr val="2B404F"/>
                </a:solidFill>
                <a:latin typeface="Tahoma"/>
                <a:cs typeface="Tahoma"/>
              </a:rPr>
              <a:t>es</a:t>
            </a:r>
            <a:r>
              <a:rPr sz="1150" spc="-95" dirty="0">
                <a:solidFill>
                  <a:srgbClr val="2B404F"/>
                </a:solidFill>
                <a:latin typeface="Tahoma"/>
                <a:cs typeface="Tahoma"/>
              </a:rPr>
              <a:t> </a:t>
            </a:r>
            <a:r>
              <a:rPr sz="1150" spc="-25" dirty="0">
                <a:solidFill>
                  <a:srgbClr val="2B404F"/>
                </a:solidFill>
                <a:latin typeface="Tahoma"/>
                <a:cs typeface="Tahoma"/>
              </a:rPr>
              <a:t>obligatorio</a:t>
            </a:r>
            <a:r>
              <a:rPr sz="1150" spc="-65" dirty="0">
                <a:solidFill>
                  <a:srgbClr val="2B404F"/>
                </a:solidFill>
                <a:latin typeface="Tahoma"/>
                <a:cs typeface="Tahoma"/>
              </a:rPr>
              <a:t> </a:t>
            </a:r>
            <a:r>
              <a:rPr sz="1150" spc="-20" dirty="0">
                <a:solidFill>
                  <a:srgbClr val="2B404F"/>
                </a:solidFill>
                <a:latin typeface="Tahoma"/>
                <a:cs typeface="Tahoma"/>
              </a:rPr>
              <a:t>para</a:t>
            </a:r>
            <a:r>
              <a:rPr sz="1150" spc="-90" dirty="0">
                <a:solidFill>
                  <a:srgbClr val="2B404F"/>
                </a:solidFill>
                <a:latin typeface="Tahoma"/>
                <a:cs typeface="Tahoma"/>
              </a:rPr>
              <a:t> </a:t>
            </a:r>
            <a:r>
              <a:rPr sz="1150" spc="-30" dirty="0">
                <a:solidFill>
                  <a:srgbClr val="2B404F"/>
                </a:solidFill>
                <a:latin typeface="Tahoma"/>
                <a:cs typeface="Tahoma"/>
              </a:rPr>
              <a:t>evitar</a:t>
            </a:r>
            <a:r>
              <a:rPr sz="1150" spc="-70" dirty="0">
                <a:solidFill>
                  <a:srgbClr val="2B404F"/>
                </a:solidFill>
                <a:latin typeface="Tahoma"/>
                <a:cs typeface="Tahoma"/>
              </a:rPr>
              <a:t> </a:t>
            </a:r>
            <a:r>
              <a:rPr sz="1150" dirty="0">
                <a:solidFill>
                  <a:srgbClr val="2B404F"/>
                </a:solidFill>
                <a:latin typeface="Tahoma"/>
                <a:cs typeface="Tahoma"/>
              </a:rPr>
              <a:t>costos</a:t>
            </a:r>
            <a:r>
              <a:rPr sz="1150" spc="-80" dirty="0">
                <a:solidFill>
                  <a:srgbClr val="2B404F"/>
                </a:solidFill>
                <a:latin typeface="Tahoma"/>
                <a:cs typeface="Tahoma"/>
              </a:rPr>
              <a:t> </a:t>
            </a:r>
            <a:r>
              <a:rPr sz="1150" dirty="0">
                <a:solidFill>
                  <a:srgbClr val="2B404F"/>
                </a:solidFill>
                <a:latin typeface="Tahoma"/>
                <a:cs typeface="Tahoma"/>
              </a:rPr>
              <a:t>innecesarios</a:t>
            </a:r>
            <a:r>
              <a:rPr sz="1150" spc="-95" dirty="0">
                <a:solidFill>
                  <a:srgbClr val="2B404F"/>
                </a:solidFill>
                <a:latin typeface="Tahoma"/>
                <a:cs typeface="Tahoma"/>
              </a:rPr>
              <a:t> </a:t>
            </a:r>
            <a:r>
              <a:rPr sz="1150" spc="-25" dirty="0">
                <a:solidFill>
                  <a:srgbClr val="2B404F"/>
                </a:solidFill>
                <a:latin typeface="Tahoma"/>
                <a:cs typeface="Tahoma"/>
              </a:rPr>
              <a:t>en </a:t>
            </a:r>
            <a:r>
              <a:rPr sz="1150" spc="-20" dirty="0">
                <a:solidFill>
                  <a:srgbClr val="2B404F"/>
                </a:solidFill>
                <a:latin typeface="Tahoma"/>
                <a:cs typeface="Tahoma"/>
              </a:rPr>
              <a:t>entornos</a:t>
            </a:r>
            <a:r>
              <a:rPr sz="1150" spc="-95" dirty="0">
                <a:solidFill>
                  <a:srgbClr val="2B404F"/>
                </a:solidFill>
                <a:latin typeface="Tahoma"/>
                <a:cs typeface="Tahoma"/>
              </a:rPr>
              <a:t> </a:t>
            </a:r>
            <a:r>
              <a:rPr sz="1150" dirty="0">
                <a:solidFill>
                  <a:srgbClr val="2B404F"/>
                </a:solidFill>
                <a:latin typeface="Tahoma"/>
                <a:cs typeface="Tahoma"/>
              </a:rPr>
              <a:t>de</a:t>
            </a:r>
            <a:r>
              <a:rPr sz="1150" spc="-110" dirty="0">
                <a:solidFill>
                  <a:srgbClr val="2B404F"/>
                </a:solidFill>
                <a:latin typeface="Tahoma"/>
                <a:cs typeface="Tahoma"/>
              </a:rPr>
              <a:t> </a:t>
            </a:r>
            <a:r>
              <a:rPr sz="1150" spc="-10" dirty="0">
                <a:solidFill>
                  <a:srgbClr val="2B404F"/>
                </a:solidFill>
                <a:latin typeface="Tahoma"/>
                <a:cs typeface="Tahoma"/>
              </a:rPr>
              <a:t>desarrollo.</a:t>
            </a:r>
            <a:endParaRPr sz="1150">
              <a:latin typeface="Tahoma"/>
              <a:cs typeface="Tahoma"/>
            </a:endParaRPr>
          </a:p>
        </p:txBody>
      </p:sp>
      <p:sp>
        <p:nvSpPr>
          <p:cNvPr id="21" name="object 21"/>
          <p:cNvSpPr txBox="1"/>
          <p:nvPr/>
        </p:nvSpPr>
        <p:spPr>
          <a:xfrm>
            <a:off x="2675001" y="5112511"/>
            <a:ext cx="791210" cy="259715"/>
          </a:xfrm>
          <a:prstGeom prst="rect">
            <a:avLst/>
          </a:prstGeom>
        </p:spPr>
        <p:txBody>
          <a:bodyPr vert="horz" wrap="square" lIns="0" tIns="25400" rIns="0" bIns="0" rtlCol="0">
            <a:spAutoFit/>
          </a:bodyPr>
          <a:lstStyle/>
          <a:p>
            <a:pPr marL="180340" marR="5080" indent="-167640">
              <a:lnSpc>
                <a:spcPts val="880"/>
              </a:lnSpc>
              <a:spcBef>
                <a:spcPts val="200"/>
              </a:spcBef>
            </a:pPr>
            <a:r>
              <a:rPr sz="800" spc="-10" dirty="0">
                <a:solidFill>
                  <a:srgbClr val="FFFFFF"/>
                </a:solidFill>
                <a:latin typeface="Tahoma"/>
                <a:cs typeface="Tahoma"/>
              </a:rPr>
              <a:t>All-</a:t>
            </a:r>
            <a:r>
              <a:rPr sz="800" dirty="0">
                <a:solidFill>
                  <a:srgbClr val="FFFFFF"/>
                </a:solidFill>
                <a:latin typeface="Tahoma"/>
                <a:cs typeface="Tahoma"/>
              </a:rPr>
              <a:t>purpose</a:t>
            </a:r>
            <a:r>
              <a:rPr sz="800" spc="-50" dirty="0">
                <a:solidFill>
                  <a:srgbClr val="FFFFFF"/>
                </a:solidFill>
                <a:latin typeface="Tahoma"/>
                <a:cs typeface="Tahoma"/>
              </a:rPr>
              <a:t> </a:t>
            </a:r>
            <a:r>
              <a:rPr sz="800" spc="-10" dirty="0">
                <a:solidFill>
                  <a:srgbClr val="FFFFFF"/>
                </a:solidFill>
                <a:latin typeface="Tahoma"/>
                <a:cs typeface="Tahoma"/>
              </a:rPr>
              <a:t>sigue facturando</a:t>
            </a:r>
            <a:endParaRPr sz="800">
              <a:latin typeface="Tahoma"/>
              <a:cs typeface="Tahoma"/>
            </a:endParaRPr>
          </a:p>
        </p:txBody>
      </p:sp>
      <p:sp>
        <p:nvSpPr>
          <p:cNvPr id="22" name="object 22"/>
          <p:cNvSpPr txBox="1"/>
          <p:nvPr/>
        </p:nvSpPr>
        <p:spPr>
          <a:xfrm>
            <a:off x="2784729" y="5335016"/>
            <a:ext cx="627380" cy="147955"/>
          </a:xfrm>
          <a:prstGeom prst="rect">
            <a:avLst/>
          </a:prstGeom>
        </p:spPr>
        <p:txBody>
          <a:bodyPr vert="horz" wrap="square" lIns="0" tIns="12700" rIns="0" bIns="0" rtlCol="0">
            <a:spAutoFit/>
          </a:bodyPr>
          <a:lstStyle/>
          <a:p>
            <a:pPr marL="12700">
              <a:lnSpc>
                <a:spcPct val="100000"/>
              </a:lnSpc>
              <a:spcBef>
                <a:spcPts val="100"/>
              </a:spcBef>
            </a:pPr>
            <a:r>
              <a:rPr sz="800" spc="-10" dirty="0">
                <a:solidFill>
                  <a:srgbClr val="FFFFFF"/>
                </a:solidFill>
                <a:latin typeface="Tahoma"/>
                <a:cs typeface="Tahoma"/>
              </a:rPr>
              <a:t>mientras</a:t>
            </a:r>
            <a:r>
              <a:rPr sz="800" spc="-50" dirty="0">
                <a:solidFill>
                  <a:srgbClr val="FFFFFF"/>
                </a:solidFill>
                <a:latin typeface="Tahoma"/>
                <a:cs typeface="Tahoma"/>
              </a:rPr>
              <a:t> </a:t>
            </a:r>
            <a:r>
              <a:rPr sz="800" spc="-20" dirty="0">
                <a:solidFill>
                  <a:srgbClr val="FFFFFF"/>
                </a:solidFill>
                <a:latin typeface="Tahoma"/>
                <a:cs typeface="Tahoma"/>
              </a:rPr>
              <a:t>este</a:t>
            </a:r>
            <a:endParaRPr sz="800">
              <a:latin typeface="Tahoma"/>
              <a:cs typeface="Tahoma"/>
            </a:endParaRPr>
          </a:p>
        </p:txBody>
      </p:sp>
      <p:pic>
        <p:nvPicPr>
          <p:cNvPr id="35" name="Imagen 34">
            <a:extLst>
              <a:ext uri="{FF2B5EF4-FFF2-40B4-BE49-F238E27FC236}">
                <a16:creationId xmlns:a16="http://schemas.microsoft.com/office/drawing/2014/main" id="{22309967-23EC-0239-A957-18F051C5E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715" y="1828799"/>
            <a:ext cx="4970697" cy="4156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86841" y="469849"/>
            <a:ext cx="3308985" cy="574675"/>
          </a:xfrm>
          <a:prstGeom prst="rect">
            <a:avLst/>
          </a:prstGeom>
        </p:spPr>
        <p:txBody>
          <a:bodyPr vert="horz" wrap="square" lIns="0" tIns="12700" rIns="0" bIns="0" rtlCol="0">
            <a:spAutoFit/>
          </a:bodyPr>
          <a:lstStyle/>
          <a:p>
            <a:pPr marL="12700">
              <a:lnSpc>
                <a:spcPct val="100000"/>
              </a:lnSpc>
              <a:spcBef>
                <a:spcPts val="100"/>
              </a:spcBef>
            </a:pPr>
            <a:r>
              <a:rPr spc="135" dirty="0"/>
              <a:t>Cluster</a:t>
            </a:r>
            <a:r>
              <a:rPr spc="-185" dirty="0"/>
              <a:t> </a:t>
            </a:r>
            <a:r>
              <a:rPr spc="135" dirty="0"/>
              <a:t>Policies</a:t>
            </a:r>
          </a:p>
        </p:txBody>
      </p:sp>
      <p:sp>
        <p:nvSpPr>
          <p:cNvPr id="3" name="object 3"/>
          <p:cNvSpPr txBox="1"/>
          <p:nvPr/>
        </p:nvSpPr>
        <p:spPr>
          <a:xfrm>
            <a:off x="580745" y="1201902"/>
            <a:ext cx="9577705" cy="482600"/>
          </a:xfrm>
          <a:prstGeom prst="rect">
            <a:avLst/>
          </a:prstGeom>
        </p:spPr>
        <p:txBody>
          <a:bodyPr vert="horz" wrap="square" lIns="0" tIns="12065" rIns="0" bIns="0" rtlCol="0">
            <a:spAutoFit/>
          </a:bodyPr>
          <a:lstStyle/>
          <a:p>
            <a:pPr marL="12700" marR="5080">
              <a:lnSpc>
                <a:spcPct val="136400"/>
              </a:lnSpc>
              <a:spcBef>
                <a:spcPts val="95"/>
              </a:spcBef>
            </a:pPr>
            <a:r>
              <a:rPr sz="1100" dirty="0">
                <a:solidFill>
                  <a:srgbClr val="2B404F"/>
                </a:solidFill>
                <a:latin typeface="Tahoma"/>
                <a:cs typeface="Tahoma"/>
              </a:rPr>
              <a:t>Las</a:t>
            </a:r>
            <a:r>
              <a:rPr sz="1100" spc="-55" dirty="0">
                <a:solidFill>
                  <a:srgbClr val="2B404F"/>
                </a:solidFill>
                <a:latin typeface="Tahoma"/>
                <a:cs typeface="Tahoma"/>
              </a:rPr>
              <a:t> </a:t>
            </a:r>
            <a:r>
              <a:rPr sz="1100" dirty="0">
                <a:solidFill>
                  <a:srgbClr val="2B404F"/>
                </a:solidFill>
                <a:latin typeface="Tahoma"/>
                <a:cs typeface="Tahoma"/>
              </a:rPr>
              <a:t>Cluster</a:t>
            </a:r>
            <a:r>
              <a:rPr sz="1100" spc="-75" dirty="0">
                <a:solidFill>
                  <a:srgbClr val="2B404F"/>
                </a:solidFill>
                <a:latin typeface="Tahoma"/>
                <a:cs typeface="Tahoma"/>
              </a:rPr>
              <a:t> </a:t>
            </a:r>
            <a:r>
              <a:rPr sz="1100" dirty="0">
                <a:solidFill>
                  <a:srgbClr val="2B404F"/>
                </a:solidFill>
                <a:latin typeface="Tahoma"/>
                <a:cs typeface="Tahoma"/>
              </a:rPr>
              <a:t>Policies</a:t>
            </a:r>
            <a:r>
              <a:rPr sz="1100" spc="-55" dirty="0">
                <a:solidFill>
                  <a:srgbClr val="2B404F"/>
                </a:solidFill>
                <a:latin typeface="Tahoma"/>
                <a:cs typeface="Tahoma"/>
              </a:rPr>
              <a:t> </a:t>
            </a:r>
            <a:r>
              <a:rPr sz="1100" spc="-10" dirty="0">
                <a:solidFill>
                  <a:srgbClr val="2B404F"/>
                </a:solidFill>
                <a:latin typeface="Tahoma"/>
                <a:cs typeface="Tahoma"/>
              </a:rPr>
              <a:t>permiten</a:t>
            </a:r>
            <a:r>
              <a:rPr sz="1100" spc="-85" dirty="0">
                <a:solidFill>
                  <a:srgbClr val="2B404F"/>
                </a:solidFill>
                <a:latin typeface="Tahoma"/>
                <a:cs typeface="Tahoma"/>
              </a:rPr>
              <a:t> </a:t>
            </a:r>
            <a:r>
              <a:rPr sz="1100" dirty="0">
                <a:solidFill>
                  <a:srgbClr val="2B404F"/>
                </a:solidFill>
                <a:latin typeface="Tahoma"/>
                <a:cs typeface="Tahoma"/>
              </a:rPr>
              <a:t>a</a:t>
            </a:r>
            <a:r>
              <a:rPr sz="1100" spc="-50" dirty="0">
                <a:solidFill>
                  <a:srgbClr val="2B404F"/>
                </a:solidFill>
                <a:latin typeface="Tahoma"/>
                <a:cs typeface="Tahoma"/>
              </a:rPr>
              <a:t> </a:t>
            </a:r>
            <a:r>
              <a:rPr sz="1100" dirty="0">
                <a:solidFill>
                  <a:srgbClr val="2B404F"/>
                </a:solidFill>
                <a:latin typeface="Tahoma"/>
                <a:cs typeface="Tahoma"/>
              </a:rPr>
              <a:t>los</a:t>
            </a:r>
            <a:r>
              <a:rPr sz="1100" spc="-50" dirty="0">
                <a:solidFill>
                  <a:srgbClr val="2B404F"/>
                </a:solidFill>
                <a:latin typeface="Tahoma"/>
                <a:cs typeface="Tahoma"/>
              </a:rPr>
              <a:t> </a:t>
            </a:r>
            <a:r>
              <a:rPr sz="1100" dirty="0">
                <a:solidFill>
                  <a:srgbClr val="2B404F"/>
                </a:solidFill>
                <a:latin typeface="Tahoma"/>
                <a:cs typeface="Tahoma"/>
              </a:rPr>
              <a:t>administradores</a:t>
            </a:r>
            <a:r>
              <a:rPr sz="1100" spc="-110" dirty="0">
                <a:solidFill>
                  <a:srgbClr val="2B404F"/>
                </a:solidFill>
                <a:latin typeface="Tahoma"/>
                <a:cs typeface="Tahoma"/>
              </a:rPr>
              <a:t> </a:t>
            </a:r>
            <a:r>
              <a:rPr sz="1100" spc="-10" dirty="0">
                <a:solidFill>
                  <a:srgbClr val="2B404F"/>
                </a:solidFill>
                <a:latin typeface="Tahoma"/>
                <a:cs typeface="Tahoma"/>
              </a:rPr>
              <a:t>definir</a:t>
            </a:r>
            <a:r>
              <a:rPr sz="1100" spc="-70" dirty="0">
                <a:solidFill>
                  <a:srgbClr val="2B404F"/>
                </a:solidFill>
                <a:latin typeface="Tahoma"/>
                <a:cs typeface="Tahoma"/>
              </a:rPr>
              <a:t> </a:t>
            </a:r>
            <a:r>
              <a:rPr sz="1100" dirty="0">
                <a:solidFill>
                  <a:srgbClr val="2B404F"/>
                </a:solidFill>
                <a:latin typeface="Tahoma"/>
                <a:cs typeface="Tahoma"/>
              </a:rPr>
              <a:t>restricciones</a:t>
            </a:r>
            <a:r>
              <a:rPr sz="1100" spc="-110" dirty="0">
                <a:solidFill>
                  <a:srgbClr val="2B404F"/>
                </a:solidFill>
                <a:latin typeface="Tahoma"/>
                <a:cs typeface="Tahoma"/>
              </a:rPr>
              <a:t> </a:t>
            </a:r>
            <a:r>
              <a:rPr sz="1100" spc="-55" dirty="0">
                <a:solidFill>
                  <a:srgbClr val="2B404F"/>
                </a:solidFill>
                <a:latin typeface="Tahoma"/>
                <a:cs typeface="Tahoma"/>
              </a:rPr>
              <a:t>y</a:t>
            </a:r>
            <a:r>
              <a:rPr sz="1100" spc="-40" dirty="0">
                <a:solidFill>
                  <a:srgbClr val="2B404F"/>
                </a:solidFill>
                <a:latin typeface="Tahoma"/>
                <a:cs typeface="Tahoma"/>
              </a:rPr>
              <a:t> </a:t>
            </a:r>
            <a:r>
              <a:rPr sz="1100" dirty="0">
                <a:solidFill>
                  <a:srgbClr val="2B404F"/>
                </a:solidFill>
                <a:latin typeface="Tahoma"/>
                <a:cs typeface="Tahoma"/>
              </a:rPr>
              <a:t>valores</a:t>
            </a:r>
            <a:r>
              <a:rPr sz="1100" spc="-75" dirty="0">
                <a:solidFill>
                  <a:srgbClr val="2B404F"/>
                </a:solidFill>
                <a:latin typeface="Tahoma"/>
                <a:cs typeface="Tahoma"/>
              </a:rPr>
              <a:t> </a:t>
            </a:r>
            <a:r>
              <a:rPr sz="1100" spc="-10" dirty="0">
                <a:solidFill>
                  <a:srgbClr val="2B404F"/>
                </a:solidFill>
                <a:latin typeface="Tahoma"/>
                <a:cs typeface="Tahoma"/>
              </a:rPr>
              <a:t>predeterminados</a:t>
            </a:r>
            <a:r>
              <a:rPr sz="1100" spc="-85" dirty="0">
                <a:solidFill>
                  <a:srgbClr val="2B404F"/>
                </a:solidFill>
                <a:latin typeface="Tahoma"/>
                <a:cs typeface="Tahoma"/>
              </a:rPr>
              <a:t> </a:t>
            </a:r>
            <a:r>
              <a:rPr sz="1100" dirty="0">
                <a:solidFill>
                  <a:srgbClr val="2B404F"/>
                </a:solidFill>
                <a:latin typeface="Tahoma"/>
                <a:cs typeface="Tahoma"/>
              </a:rPr>
              <a:t>que</a:t>
            </a:r>
            <a:r>
              <a:rPr sz="1100" spc="-65" dirty="0">
                <a:solidFill>
                  <a:srgbClr val="2B404F"/>
                </a:solidFill>
                <a:latin typeface="Tahoma"/>
                <a:cs typeface="Tahoma"/>
              </a:rPr>
              <a:t> </a:t>
            </a:r>
            <a:r>
              <a:rPr sz="1100" dirty="0">
                <a:solidFill>
                  <a:srgbClr val="2B404F"/>
                </a:solidFill>
                <a:latin typeface="Tahoma"/>
                <a:cs typeface="Tahoma"/>
              </a:rPr>
              <a:t>los</a:t>
            </a:r>
            <a:r>
              <a:rPr sz="1100" spc="-55" dirty="0">
                <a:solidFill>
                  <a:srgbClr val="2B404F"/>
                </a:solidFill>
                <a:latin typeface="Tahoma"/>
                <a:cs typeface="Tahoma"/>
              </a:rPr>
              <a:t> </a:t>
            </a:r>
            <a:r>
              <a:rPr sz="1100" dirty="0">
                <a:solidFill>
                  <a:srgbClr val="2B404F"/>
                </a:solidFill>
                <a:latin typeface="Tahoma"/>
                <a:cs typeface="Tahoma"/>
              </a:rPr>
              <a:t>usuarios</a:t>
            </a:r>
            <a:r>
              <a:rPr sz="1100" spc="-55" dirty="0">
                <a:solidFill>
                  <a:srgbClr val="2B404F"/>
                </a:solidFill>
                <a:latin typeface="Tahoma"/>
                <a:cs typeface="Tahoma"/>
              </a:rPr>
              <a:t> </a:t>
            </a:r>
            <a:r>
              <a:rPr sz="1100" spc="-10" dirty="0">
                <a:solidFill>
                  <a:srgbClr val="2B404F"/>
                </a:solidFill>
                <a:latin typeface="Tahoma"/>
                <a:cs typeface="Tahoma"/>
              </a:rPr>
              <a:t>no</a:t>
            </a:r>
            <a:r>
              <a:rPr sz="1100" spc="-40" dirty="0">
                <a:solidFill>
                  <a:srgbClr val="2B404F"/>
                </a:solidFill>
                <a:latin typeface="Tahoma"/>
                <a:cs typeface="Tahoma"/>
              </a:rPr>
              <a:t> </a:t>
            </a:r>
            <a:r>
              <a:rPr sz="1100" dirty="0">
                <a:solidFill>
                  <a:srgbClr val="2B404F"/>
                </a:solidFill>
                <a:latin typeface="Tahoma"/>
                <a:cs typeface="Tahoma"/>
              </a:rPr>
              <a:t>pueden</a:t>
            </a:r>
            <a:r>
              <a:rPr sz="1100" spc="-85" dirty="0">
                <a:solidFill>
                  <a:srgbClr val="2B404F"/>
                </a:solidFill>
                <a:latin typeface="Tahoma"/>
                <a:cs typeface="Tahoma"/>
              </a:rPr>
              <a:t> </a:t>
            </a:r>
            <a:r>
              <a:rPr sz="1100" dirty="0">
                <a:solidFill>
                  <a:srgbClr val="2B404F"/>
                </a:solidFill>
                <a:latin typeface="Tahoma"/>
                <a:cs typeface="Tahoma"/>
              </a:rPr>
              <a:t>modificar</a:t>
            </a:r>
            <a:r>
              <a:rPr sz="1100" spc="-75" dirty="0">
                <a:solidFill>
                  <a:srgbClr val="2B404F"/>
                </a:solidFill>
                <a:latin typeface="Tahoma"/>
                <a:cs typeface="Tahoma"/>
              </a:rPr>
              <a:t> </a:t>
            </a:r>
            <a:r>
              <a:rPr sz="1100" dirty="0">
                <a:solidFill>
                  <a:srgbClr val="2B404F"/>
                </a:solidFill>
                <a:latin typeface="Tahoma"/>
                <a:cs typeface="Tahoma"/>
              </a:rPr>
              <a:t>al</a:t>
            </a:r>
            <a:r>
              <a:rPr sz="1100" spc="-40" dirty="0">
                <a:solidFill>
                  <a:srgbClr val="2B404F"/>
                </a:solidFill>
                <a:latin typeface="Tahoma"/>
                <a:cs typeface="Tahoma"/>
              </a:rPr>
              <a:t> </a:t>
            </a:r>
            <a:r>
              <a:rPr sz="1100" spc="-10" dirty="0">
                <a:solidFill>
                  <a:srgbClr val="2B404F"/>
                </a:solidFill>
                <a:latin typeface="Tahoma"/>
                <a:cs typeface="Tahoma"/>
              </a:rPr>
              <a:t>crear</a:t>
            </a:r>
            <a:r>
              <a:rPr sz="1100" spc="-75" dirty="0">
                <a:solidFill>
                  <a:srgbClr val="2B404F"/>
                </a:solidFill>
                <a:latin typeface="Tahoma"/>
                <a:cs typeface="Tahoma"/>
              </a:rPr>
              <a:t> </a:t>
            </a:r>
            <a:r>
              <a:rPr sz="1100" dirty="0">
                <a:solidFill>
                  <a:srgbClr val="2B404F"/>
                </a:solidFill>
                <a:latin typeface="Tahoma"/>
                <a:cs typeface="Tahoma"/>
              </a:rPr>
              <a:t>clusters.</a:t>
            </a:r>
            <a:r>
              <a:rPr sz="1100" spc="-80" dirty="0">
                <a:solidFill>
                  <a:srgbClr val="2B404F"/>
                </a:solidFill>
                <a:latin typeface="Tahoma"/>
                <a:cs typeface="Tahoma"/>
              </a:rPr>
              <a:t> </a:t>
            </a:r>
            <a:r>
              <a:rPr sz="1100" spc="-25" dirty="0">
                <a:solidFill>
                  <a:srgbClr val="2B404F"/>
                </a:solidFill>
                <a:latin typeface="Tahoma"/>
                <a:cs typeface="Tahoma"/>
              </a:rPr>
              <a:t>Son </a:t>
            </a:r>
            <a:r>
              <a:rPr sz="1100" dirty="0">
                <a:solidFill>
                  <a:srgbClr val="2B404F"/>
                </a:solidFill>
                <a:latin typeface="Tahoma"/>
                <a:cs typeface="Tahoma"/>
              </a:rPr>
              <a:t>el</a:t>
            </a:r>
            <a:r>
              <a:rPr sz="1100" spc="-60" dirty="0">
                <a:solidFill>
                  <a:srgbClr val="2B404F"/>
                </a:solidFill>
                <a:latin typeface="Tahoma"/>
                <a:cs typeface="Tahoma"/>
              </a:rPr>
              <a:t> </a:t>
            </a:r>
            <a:r>
              <a:rPr sz="1100" dirty="0">
                <a:solidFill>
                  <a:srgbClr val="2B404F"/>
                </a:solidFill>
                <a:latin typeface="Tahoma"/>
                <a:cs typeface="Tahoma"/>
              </a:rPr>
              <a:t>mecanismo</a:t>
            </a:r>
            <a:r>
              <a:rPr sz="1100" spc="-65" dirty="0">
                <a:solidFill>
                  <a:srgbClr val="2B404F"/>
                </a:solidFill>
                <a:latin typeface="Tahoma"/>
                <a:cs typeface="Tahoma"/>
              </a:rPr>
              <a:t> </a:t>
            </a:r>
            <a:r>
              <a:rPr sz="1100" dirty="0">
                <a:solidFill>
                  <a:srgbClr val="2B404F"/>
                </a:solidFill>
                <a:latin typeface="Tahoma"/>
                <a:cs typeface="Tahoma"/>
              </a:rPr>
              <a:t>principal</a:t>
            </a:r>
            <a:r>
              <a:rPr sz="1100" spc="-100" dirty="0">
                <a:solidFill>
                  <a:srgbClr val="2B404F"/>
                </a:solidFill>
                <a:latin typeface="Tahoma"/>
                <a:cs typeface="Tahoma"/>
              </a:rPr>
              <a:t> </a:t>
            </a:r>
            <a:r>
              <a:rPr sz="1100" dirty="0">
                <a:solidFill>
                  <a:srgbClr val="2B404F"/>
                </a:solidFill>
                <a:latin typeface="Tahoma"/>
                <a:cs typeface="Tahoma"/>
              </a:rPr>
              <a:t>de</a:t>
            </a:r>
            <a:r>
              <a:rPr sz="1100" spc="-75" dirty="0">
                <a:solidFill>
                  <a:srgbClr val="2B404F"/>
                </a:solidFill>
                <a:latin typeface="Tahoma"/>
                <a:cs typeface="Tahoma"/>
              </a:rPr>
              <a:t> </a:t>
            </a:r>
            <a:r>
              <a:rPr sz="1100" dirty="0">
                <a:solidFill>
                  <a:srgbClr val="2B404F"/>
                </a:solidFill>
                <a:latin typeface="Tahoma"/>
                <a:cs typeface="Tahoma"/>
              </a:rPr>
              <a:t>control</a:t>
            </a:r>
            <a:r>
              <a:rPr sz="1100" spc="-85" dirty="0">
                <a:solidFill>
                  <a:srgbClr val="2B404F"/>
                </a:solidFill>
                <a:latin typeface="Tahoma"/>
                <a:cs typeface="Tahoma"/>
              </a:rPr>
              <a:t> </a:t>
            </a:r>
            <a:r>
              <a:rPr sz="1100" dirty="0">
                <a:solidFill>
                  <a:srgbClr val="2B404F"/>
                </a:solidFill>
                <a:latin typeface="Tahoma"/>
                <a:cs typeface="Tahoma"/>
              </a:rPr>
              <a:t>de</a:t>
            </a:r>
            <a:r>
              <a:rPr sz="1100" spc="-90" dirty="0">
                <a:solidFill>
                  <a:srgbClr val="2B404F"/>
                </a:solidFill>
                <a:latin typeface="Tahoma"/>
                <a:cs typeface="Tahoma"/>
              </a:rPr>
              <a:t> </a:t>
            </a:r>
            <a:r>
              <a:rPr sz="1100" dirty="0">
                <a:solidFill>
                  <a:srgbClr val="2B404F"/>
                </a:solidFill>
                <a:latin typeface="Tahoma"/>
                <a:cs typeface="Tahoma"/>
              </a:rPr>
              <a:t>costos</a:t>
            </a:r>
            <a:r>
              <a:rPr sz="1100" spc="-65" dirty="0">
                <a:solidFill>
                  <a:srgbClr val="2B404F"/>
                </a:solidFill>
                <a:latin typeface="Tahoma"/>
                <a:cs typeface="Tahoma"/>
              </a:rPr>
              <a:t> </a:t>
            </a:r>
            <a:r>
              <a:rPr sz="1100" spc="-55" dirty="0">
                <a:solidFill>
                  <a:srgbClr val="2B404F"/>
                </a:solidFill>
                <a:latin typeface="Tahoma"/>
                <a:cs typeface="Tahoma"/>
              </a:rPr>
              <a:t>y</a:t>
            </a:r>
            <a:r>
              <a:rPr sz="1100" spc="-65" dirty="0">
                <a:solidFill>
                  <a:srgbClr val="2B404F"/>
                </a:solidFill>
                <a:latin typeface="Tahoma"/>
                <a:cs typeface="Tahoma"/>
              </a:rPr>
              <a:t> </a:t>
            </a:r>
            <a:r>
              <a:rPr sz="1100" dirty="0">
                <a:solidFill>
                  <a:srgbClr val="2B404F"/>
                </a:solidFill>
                <a:latin typeface="Tahoma"/>
                <a:cs typeface="Tahoma"/>
              </a:rPr>
              <a:t>estandarización</a:t>
            </a:r>
            <a:r>
              <a:rPr sz="1100" spc="-100" dirty="0">
                <a:solidFill>
                  <a:srgbClr val="2B404F"/>
                </a:solidFill>
                <a:latin typeface="Tahoma"/>
                <a:cs typeface="Tahoma"/>
              </a:rPr>
              <a:t> </a:t>
            </a:r>
            <a:r>
              <a:rPr sz="1100" spc="-10" dirty="0">
                <a:solidFill>
                  <a:srgbClr val="2B404F"/>
                </a:solidFill>
                <a:latin typeface="Tahoma"/>
                <a:cs typeface="Tahoma"/>
              </a:rPr>
              <a:t>en</a:t>
            </a:r>
            <a:r>
              <a:rPr sz="1100" spc="-50" dirty="0">
                <a:solidFill>
                  <a:srgbClr val="2B404F"/>
                </a:solidFill>
                <a:latin typeface="Tahoma"/>
                <a:cs typeface="Tahoma"/>
              </a:rPr>
              <a:t> </a:t>
            </a:r>
            <a:r>
              <a:rPr sz="1100" dirty="0">
                <a:solidFill>
                  <a:srgbClr val="2B404F"/>
                </a:solidFill>
                <a:latin typeface="Tahoma"/>
                <a:cs typeface="Tahoma"/>
              </a:rPr>
              <a:t>equipos</a:t>
            </a:r>
            <a:r>
              <a:rPr sz="1100" spc="-80" dirty="0">
                <a:solidFill>
                  <a:srgbClr val="2B404F"/>
                </a:solidFill>
                <a:latin typeface="Tahoma"/>
                <a:cs typeface="Tahoma"/>
              </a:rPr>
              <a:t> </a:t>
            </a:r>
            <a:r>
              <a:rPr sz="1100" spc="-10" dirty="0">
                <a:solidFill>
                  <a:srgbClr val="2B404F"/>
                </a:solidFill>
                <a:latin typeface="Tahoma"/>
                <a:cs typeface="Tahoma"/>
              </a:rPr>
              <a:t>grandes.</a:t>
            </a:r>
            <a:endParaRPr sz="1100">
              <a:latin typeface="Tahoma"/>
              <a:cs typeface="Tahoma"/>
            </a:endParaRPr>
          </a:p>
        </p:txBody>
      </p:sp>
      <p:pic>
        <p:nvPicPr>
          <p:cNvPr id="4" name="object 4"/>
          <p:cNvPicPr/>
          <p:nvPr/>
        </p:nvPicPr>
        <p:blipFill>
          <a:blip r:embed="rId2" cstate="print"/>
          <a:stretch>
            <a:fillRect/>
          </a:stretch>
        </p:blipFill>
        <p:spPr>
          <a:xfrm>
            <a:off x="3244595" y="1867789"/>
            <a:ext cx="4788788" cy="1670430"/>
          </a:xfrm>
          <a:prstGeom prst="rect">
            <a:avLst/>
          </a:prstGeom>
        </p:spPr>
      </p:pic>
      <p:sp>
        <p:nvSpPr>
          <p:cNvPr id="7" name="object 7"/>
          <p:cNvSpPr txBox="1"/>
          <p:nvPr/>
        </p:nvSpPr>
        <p:spPr>
          <a:xfrm>
            <a:off x="3618991" y="3594100"/>
            <a:ext cx="825500" cy="617220"/>
          </a:xfrm>
          <a:prstGeom prst="rect">
            <a:avLst/>
          </a:prstGeom>
        </p:spPr>
        <p:txBody>
          <a:bodyPr vert="horz" wrap="square" lIns="0" tIns="12700" rIns="0" bIns="0" rtlCol="0">
            <a:spAutoFit/>
          </a:bodyPr>
          <a:lstStyle/>
          <a:p>
            <a:pPr marL="12700" marR="5080" indent="51435">
              <a:lnSpc>
                <a:spcPct val="107900"/>
              </a:lnSpc>
              <a:spcBef>
                <a:spcPts val="100"/>
              </a:spcBef>
            </a:pPr>
            <a:r>
              <a:rPr sz="1800" spc="-10" dirty="0">
                <a:solidFill>
                  <a:srgbClr val="2B404F"/>
                </a:solidFill>
                <a:latin typeface="Tahoma"/>
                <a:cs typeface="Tahoma"/>
              </a:rPr>
              <a:t>Definir </a:t>
            </a:r>
            <a:r>
              <a:rPr sz="1800" spc="70" dirty="0">
                <a:solidFill>
                  <a:srgbClr val="2B404F"/>
                </a:solidFill>
                <a:latin typeface="Tahoma"/>
                <a:cs typeface="Tahoma"/>
              </a:rPr>
              <a:t>política</a:t>
            </a:r>
            <a:endParaRPr sz="1800">
              <a:latin typeface="Tahoma"/>
              <a:cs typeface="Tahoma"/>
            </a:endParaRPr>
          </a:p>
        </p:txBody>
      </p:sp>
      <p:sp>
        <p:nvSpPr>
          <p:cNvPr id="6" name="object 6"/>
          <p:cNvSpPr txBox="1"/>
          <p:nvPr/>
        </p:nvSpPr>
        <p:spPr>
          <a:xfrm>
            <a:off x="5202428" y="3599179"/>
            <a:ext cx="948690" cy="617220"/>
          </a:xfrm>
          <a:prstGeom prst="rect">
            <a:avLst/>
          </a:prstGeom>
        </p:spPr>
        <p:txBody>
          <a:bodyPr vert="horz" wrap="square" lIns="0" tIns="12700" rIns="0" bIns="0" rtlCol="0">
            <a:spAutoFit/>
          </a:bodyPr>
          <a:lstStyle/>
          <a:p>
            <a:pPr marL="78105" marR="5080" indent="-66040">
              <a:lnSpc>
                <a:spcPct val="107800"/>
              </a:lnSpc>
              <a:spcBef>
                <a:spcPts val="100"/>
              </a:spcBef>
            </a:pPr>
            <a:r>
              <a:rPr sz="1800" spc="35" dirty="0">
                <a:solidFill>
                  <a:srgbClr val="2B404F"/>
                </a:solidFill>
                <a:latin typeface="Tahoma"/>
                <a:cs typeface="Tahoma"/>
              </a:rPr>
              <a:t>Asignara </a:t>
            </a:r>
            <a:r>
              <a:rPr sz="1800" spc="50" dirty="0">
                <a:solidFill>
                  <a:srgbClr val="2B404F"/>
                </a:solidFill>
                <a:latin typeface="Tahoma"/>
                <a:cs typeface="Tahoma"/>
              </a:rPr>
              <a:t>equipos</a:t>
            </a:r>
            <a:endParaRPr sz="1800">
              <a:latin typeface="Tahoma"/>
              <a:cs typeface="Tahoma"/>
            </a:endParaRPr>
          </a:p>
        </p:txBody>
      </p:sp>
      <p:sp>
        <p:nvSpPr>
          <p:cNvPr id="5" name="object 5"/>
          <p:cNvSpPr txBox="1"/>
          <p:nvPr/>
        </p:nvSpPr>
        <p:spPr>
          <a:xfrm>
            <a:off x="6862953" y="3594100"/>
            <a:ext cx="810260" cy="617220"/>
          </a:xfrm>
          <a:prstGeom prst="rect">
            <a:avLst/>
          </a:prstGeom>
        </p:spPr>
        <p:txBody>
          <a:bodyPr vert="horz" wrap="square" lIns="0" tIns="12700" rIns="0" bIns="0" rtlCol="0">
            <a:spAutoFit/>
          </a:bodyPr>
          <a:lstStyle/>
          <a:p>
            <a:pPr marL="12700" marR="5080" indent="144780">
              <a:lnSpc>
                <a:spcPct val="107900"/>
              </a:lnSpc>
              <a:spcBef>
                <a:spcPts val="100"/>
              </a:spcBef>
            </a:pPr>
            <a:r>
              <a:rPr sz="1800" spc="-10" dirty="0">
                <a:solidFill>
                  <a:srgbClr val="2B404F"/>
                </a:solidFill>
                <a:latin typeface="Tahoma"/>
                <a:cs typeface="Tahoma"/>
              </a:rPr>
              <a:t>Crear clusters</a:t>
            </a:r>
            <a:endParaRPr sz="1800">
              <a:latin typeface="Tahoma"/>
              <a:cs typeface="Tahoma"/>
            </a:endParaRPr>
          </a:p>
        </p:txBody>
      </p:sp>
      <p:sp>
        <p:nvSpPr>
          <p:cNvPr id="8" name="object 8"/>
          <p:cNvSpPr txBox="1"/>
          <p:nvPr/>
        </p:nvSpPr>
        <p:spPr>
          <a:xfrm>
            <a:off x="1487169" y="4579467"/>
            <a:ext cx="4695190" cy="1501775"/>
          </a:xfrm>
          <a:prstGeom prst="rect">
            <a:avLst/>
          </a:prstGeom>
          <a:solidFill>
            <a:srgbClr val="E8E8E8"/>
          </a:solidFill>
        </p:spPr>
        <p:txBody>
          <a:bodyPr vert="horz" wrap="square" lIns="0" tIns="635" rIns="0" bIns="0" rtlCol="0">
            <a:spAutoFit/>
          </a:bodyPr>
          <a:lstStyle/>
          <a:p>
            <a:pPr>
              <a:lnSpc>
                <a:spcPct val="100000"/>
              </a:lnSpc>
              <a:spcBef>
                <a:spcPts val="5"/>
              </a:spcBef>
            </a:pPr>
            <a:endParaRPr sz="1450">
              <a:latin typeface="Times New Roman"/>
              <a:cs typeface="Times New Roman"/>
            </a:endParaRPr>
          </a:p>
          <a:p>
            <a:pPr marL="192405">
              <a:lnSpc>
                <a:spcPct val="100000"/>
              </a:lnSpc>
            </a:pPr>
            <a:r>
              <a:rPr sz="1450" b="1" spc="-10" dirty="0">
                <a:solidFill>
                  <a:srgbClr val="114E71"/>
                </a:solidFill>
                <a:latin typeface="Trebuchet MS"/>
                <a:cs typeface="Trebuchet MS"/>
              </a:rPr>
              <a:t>¿Qué</a:t>
            </a:r>
            <a:r>
              <a:rPr sz="1450" b="1" spc="-229" dirty="0">
                <a:solidFill>
                  <a:srgbClr val="114E71"/>
                </a:solidFill>
                <a:latin typeface="Trebuchet MS"/>
                <a:cs typeface="Trebuchet MS"/>
              </a:rPr>
              <a:t> </a:t>
            </a:r>
            <a:r>
              <a:rPr sz="1450" b="1" dirty="0">
                <a:solidFill>
                  <a:srgbClr val="114E71"/>
                </a:solidFill>
                <a:latin typeface="Trebuchet MS"/>
                <a:cs typeface="Trebuchet MS"/>
              </a:rPr>
              <a:t>puede</a:t>
            </a:r>
            <a:r>
              <a:rPr sz="1450" b="1" spc="-140" dirty="0">
                <a:solidFill>
                  <a:srgbClr val="114E71"/>
                </a:solidFill>
                <a:latin typeface="Trebuchet MS"/>
                <a:cs typeface="Trebuchet MS"/>
              </a:rPr>
              <a:t> </a:t>
            </a:r>
            <a:r>
              <a:rPr sz="1450" b="1" spc="-75" dirty="0">
                <a:solidFill>
                  <a:srgbClr val="114E71"/>
                </a:solidFill>
                <a:latin typeface="Trebuchet MS"/>
                <a:cs typeface="Trebuchet MS"/>
              </a:rPr>
              <a:t>fijar</a:t>
            </a:r>
            <a:r>
              <a:rPr sz="1450" b="1" spc="-225" dirty="0">
                <a:solidFill>
                  <a:srgbClr val="114E71"/>
                </a:solidFill>
                <a:latin typeface="Trebuchet MS"/>
                <a:cs typeface="Trebuchet MS"/>
              </a:rPr>
              <a:t> </a:t>
            </a:r>
            <a:r>
              <a:rPr sz="1450" b="1" spc="-10" dirty="0">
                <a:solidFill>
                  <a:srgbClr val="114E71"/>
                </a:solidFill>
                <a:latin typeface="Trebuchet MS"/>
                <a:cs typeface="Trebuchet MS"/>
              </a:rPr>
              <a:t>una</a:t>
            </a:r>
            <a:r>
              <a:rPr sz="1450" b="1" spc="-240" dirty="0">
                <a:solidFill>
                  <a:srgbClr val="114E71"/>
                </a:solidFill>
                <a:latin typeface="Trebuchet MS"/>
                <a:cs typeface="Trebuchet MS"/>
              </a:rPr>
              <a:t> </a:t>
            </a:r>
            <a:r>
              <a:rPr sz="1450" b="1" spc="-10" dirty="0">
                <a:solidFill>
                  <a:srgbClr val="114E71"/>
                </a:solidFill>
                <a:latin typeface="Trebuchet MS"/>
                <a:cs typeface="Trebuchet MS"/>
              </a:rPr>
              <a:t>Policy?</a:t>
            </a:r>
            <a:endParaRPr sz="1450">
              <a:latin typeface="Trebuchet MS"/>
              <a:cs typeface="Trebuchet MS"/>
            </a:endParaRPr>
          </a:p>
          <a:p>
            <a:pPr marL="192405" marR="217170">
              <a:lnSpc>
                <a:spcPct val="136100"/>
              </a:lnSpc>
              <a:spcBef>
                <a:spcPts val="370"/>
              </a:spcBef>
            </a:pPr>
            <a:r>
              <a:rPr sz="1150" spc="-20" dirty="0">
                <a:solidFill>
                  <a:srgbClr val="2B404F"/>
                </a:solidFill>
                <a:latin typeface="Tahoma"/>
                <a:cs typeface="Tahoma"/>
              </a:rPr>
              <a:t>Tiempo</a:t>
            </a:r>
            <a:r>
              <a:rPr sz="1150" spc="-114" dirty="0">
                <a:solidFill>
                  <a:srgbClr val="2B404F"/>
                </a:solidFill>
                <a:latin typeface="Tahoma"/>
                <a:cs typeface="Tahoma"/>
              </a:rPr>
              <a:t> </a:t>
            </a:r>
            <a:r>
              <a:rPr sz="1150" spc="-10" dirty="0">
                <a:solidFill>
                  <a:srgbClr val="2B404F"/>
                </a:solidFill>
                <a:latin typeface="Tahoma"/>
                <a:cs typeface="Tahoma"/>
              </a:rPr>
              <a:t>máximo</a:t>
            </a:r>
            <a:r>
              <a:rPr sz="1150" spc="-85" dirty="0">
                <a:solidFill>
                  <a:srgbClr val="2B404F"/>
                </a:solidFill>
                <a:latin typeface="Tahoma"/>
                <a:cs typeface="Tahoma"/>
              </a:rPr>
              <a:t> </a:t>
            </a:r>
            <a:r>
              <a:rPr sz="1150" dirty="0">
                <a:solidFill>
                  <a:srgbClr val="2B404F"/>
                </a:solidFill>
                <a:latin typeface="Tahoma"/>
                <a:cs typeface="Tahoma"/>
              </a:rPr>
              <a:t>de</a:t>
            </a:r>
            <a:r>
              <a:rPr sz="1150" spc="-85" dirty="0">
                <a:solidFill>
                  <a:srgbClr val="2B404F"/>
                </a:solidFill>
                <a:latin typeface="Tahoma"/>
                <a:cs typeface="Tahoma"/>
              </a:rPr>
              <a:t> </a:t>
            </a:r>
            <a:r>
              <a:rPr sz="1150" spc="-10" dirty="0">
                <a:solidFill>
                  <a:srgbClr val="2B404F"/>
                </a:solidFill>
                <a:latin typeface="Tahoma"/>
                <a:cs typeface="Tahoma"/>
              </a:rPr>
              <a:t>auto-termination,</a:t>
            </a:r>
            <a:r>
              <a:rPr sz="1150" spc="-105" dirty="0">
                <a:solidFill>
                  <a:srgbClr val="2B404F"/>
                </a:solidFill>
                <a:latin typeface="Tahoma"/>
                <a:cs typeface="Tahoma"/>
              </a:rPr>
              <a:t> </a:t>
            </a:r>
            <a:r>
              <a:rPr sz="1150" dirty="0">
                <a:solidFill>
                  <a:srgbClr val="2B404F"/>
                </a:solidFill>
                <a:latin typeface="Tahoma"/>
                <a:cs typeface="Tahoma"/>
              </a:rPr>
              <a:t>tipos</a:t>
            </a:r>
            <a:r>
              <a:rPr sz="1150" spc="-65" dirty="0">
                <a:solidFill>
                  <a:srgbClr val="2B404F"/>
                </a:solidFill>
                <a:latin typeface="Tahoma"/>
                <a:cs typeface="Tahoma"/>
              </a:rPr>
              <a:t> </a:t>
            </a:r>
            <a:r>
              <a:rPr sz="1150" dirty="0">
                <a:solidFill>
                  <a:srgbClr val="2B404F"/>
                </a:solidFill>
                <a:latin typeface="Tahoma"/>
                <a:cs typeface="Tahoma"/>
              </a:rPr>
              <a:t>de</a:t>
            </a:r>
            <a:r>
              <a:rPr sz="1150" spc="-85" dirty="0">
                <a:solidFill>
                  <a:srgbClr val="2B404F"/>
                </a:solidFill>
                <a:latin typeface="Tahoma"/>
                <a:cs typeface="Tahoma"/>
              </a:rPr>
              <a:t> </a:t>
            </a:r>
            <a:r>
              <a:rPr sz="1150" dirty="0">
                <a:solidFill>
                  <a:srgbClr val="2B404F"/>
                </a:solidFill>
                <a:latin typeface="Tahoma"/>
                <a:cs typeface="Tahoma"/>
              </a:rPr>
              <a:t>nodos</a:t>
            </a:r>
            <a:r>
              <a:rPr sz="1150" spc="-65" dirty="0">
                <a:solidFill>
                  <a:srgbClr val="2B404F"/>
                </a:solidFill>
                <a:latin typeface="Tahoma"/>
                <a:cs typeface="Tahoma"/>
              </a:rPr>
              <a:t> </a:t>
            </a:r>
            <a:r>
              <a:rPr sz="1150" spc="-10" dirty="0">
                <a:solidFill>
                  <a:srgbClr val="2B404F"/>
                </a:solidFill>
                <a:latin typeface="Tahoma"/>
                <a:cs typeface="Tahoma"/>
              </a:rPr>
              <a:t>permitidos, </a:t>
            </a:r>
            <a:r>
              <a:rPr sz="1150" dirty="0">
                <a:solidFill>
                  <a:srgbClr val="2B404F"/>
                </a:solidFill>
                <a:latin typeface="Tahoma"/>
                <a:cs typeface="Tahoma"/>
              </a:rPr>
              <a:t>DBR</a:t>
            </a:r>
            <a:r>
              <a:rPr sz="1150" spc="-90" dirty="0">
                <a:solidFill>
                  <a:srgbClr val="2B404F"/>
                </a:solidFill>
                <a:latin typeface="Tahoma"/>
                <a:cs typeface="Tahoma"/>
              </a:rPr>
              <a:t> </a:t>
            </a:r>
            <a:r>
              <a:rPr sz="1150" spc="-10" dirty="0">
                <a:solidFill>
                  <a:srgbClr val="2B404F"/>
                </a:solidFill>
                <a:latin typeface="Tahoma"/>
                <a:cs typeface="Tahoma"/>
              </a:rPr>
              <a:t>versiones,</a:t>
            </a:r>
            <a:r>
              <a:rPr sz="1150" spc="-105" dirty="0">
                <a:solidFill>
                  <a:srgbClr val="2B404F"/>
                </a:solidFill>
                <a:latin typeface="Tahoma"/>
                <a:cs typeface="Tahoma"/>
              </a:rPr>
              <a:t> </a:t>
            </a:r>
            <a:r>
              <a:rPr sz="1150" spc="-10" dirty="0">
                <a:solidFill>
                  <a:srgbClr val="2B404F"/>
                </a:solidFill>
                <a:latin typeface="Tahoma"/>
                <a:cs typeface="Tahoma"/>
              </a:rPr>
              <a:t>número</a:t>
            </a:r>
            <a:r>
              <a:rPr sz="1150" spc="-110" dirty="0">
                <a:solidFill>
                  <a:srgbClr val="2B404F"/>
                </a:solidFill>
                <a:latin typeface="Tahoma"/>
                <a:cs typeface="Tahoma"/>
              </a:rPr>
              <a:t> </a:t>
            </a:r>
            <a:r>
              <a:rPr sz="1150" spc="-10" dirty="0">
                <a:solidFill>
                  <a:srgbClr val="2B404F"/>
                </a:solidFill>
                <a:latin typeface="Tahoma"/>
                <a:cs typeface="Tahoma"/>
              </a:rPr>
              <a:t>máximo</a:t>
            </a:r>
            <a:r>
              <a:rPr sz="1150" spc="-95" dirty="0">
                <a:solidFill>
                  <a:srgbClr val="2B404F"/>
                </a:solidFill>
                <a:latin typeface="Tahoma"/>
                <a:cs typeface="Tahoma"/>
              </a:rPr>
              <a:t> </a:t>
            </a:r>
            <a:r>
              <a:rPr sz="1150" dirty="0">
                <a:solidFill>
                  <a:srgbClr val="2B404F"/>
                </a:solidFill>
                <a:latin typeface="Tahoma"/>
                <a:cs typeface="Tahoma"/>
              </a:rPr>
              <a:t>de</a:t>
            </a:r>
            <a:r>
              <a:rPr sz="1150" spc="-95" dirty="0">
                <a:solidFill>
                  <a:srgbClr val="2B404F"/>
                </a:solidFill>
                <a:latin typeface="Tahoma"/>
                <a:cs typeface="Tahoma"/>
              </a:rPr>
              <a:t> </a:t>
            </a:r>
            <a:r>
              <a:rPr sz="1150" spc="-10" dirty="0">
                <a:solidFill>
                  <a:srgbClr val="2B404F"/>
                </a:solidFill>
                <a:latin typeface="Tahoma"/>
                <a:cs typeface="Tahoma"/>
              </a:rPr>
              <a:t>workers,</a:t>
            </a:r>
            <a:r>
              <a:rPr sz="1150" spc="-100" dirty="0">
                <a:solidFill>
                  <a:srgbClr val="2B404F"/>
                </a:solidFill>
                <a:latin typeface="Tahoma"/>
                <a:cs typeface="Tahoma"/>
              </a:rPr>
              <a:t> </a:t>
            </a:r>
            <a:r>
              <a:rPr sz="1150" spc="-65" dirty="0">
                <a:solidFill>
                  <a:srgbClr val="2B404F"/>
                </a:solidFill>
                <a:latin typeface="Tahoma"/>
                <a:cs typeface="Tahoma"/>
              </a:rPr>
              <a:t>y</a:t>
            </a:r>
            <a:r>
              <a:rPr sz="1150" spc="-90" dirty="0">
                <a:solidFill>
                  <a:srgbClr val="2B404F"/>
                </a:solidFill>
                <a:latin typeface="Tahoma"/>
                <a:cs typeface="Tahoma"/>
              </a:rPr>
              <a:t> </a:t>
            </a:r>
            <a:r>
              <a:rPr sz="1150" dirty="0">
                <a:solidFill>
                  <a:srgbClr val="2B404F"/>
                </a:solidFill>
                <a:latin typeface="Tahoma"/>
                <a:cs typeface="Tahoma"/>
              </a:rPr>
              <a:t>etiquetas</a:t>
            </a:r>
            <a:r>
              <a:rPr sz="1150" spc="-105" dirty="0">
                <a:solidFill>
                  <a:srgbClr val="2B404F"/>
                </a:solidFill>
                <a:latin typeface="Tahoma"/>
                <a:cs typeface="Tahoma"/>
              </a:rPr>
              <a:t> </a:t>
            </a:r>
            <a:r>
              <a:rPr sz="1150" spc="-10" dirty="0">
                <a:solidFill>
                  <a:srgbClr val="2B404F"/>
                </a:solidFill>
                <a:latin typeface="Tahoma"/>
                <a:cs typeface="Tahoma"/>
              </a:rPr>
              <a:t>obligatorias </a:t>
            </a:r>
            <a:r>
              <a:rPr sz="1150" dirty="0">
                <a:solidFill>
                  <a:srgbClr val="2B404F"/>
                </a:solidFill>
                <a:latin typeface="Tahoma"/>
                <a:cs typeface="Tahoma"/>
              </a:rPr>
              <a:t>de</a:t>
            </a:r>
            <a:r>
              <a:rPr sz="1150" spc="-85" dirty="0">
                <a:solidFill>
                  <a:srgbClr val="2B404F"/>
                </a:solidFill>
                <a:latin typeface="Tahoma"/>
                <a:cs typeface="Tahoma"/>
              </a:rPr>
              <a:t> </a:t>
            </a:r>
            <a:r>
              <a:rPr sz="1150" dirty="0">
                <a:solidFill>
                  <a:srgbClr val="2B404F"/>
                </a:solidFill>
                <a:latin typeface="Tahoma"/>
                <a:cs typeface="Tahoma"/>
              </a:rPr>
              <a:t>imputación</a:t>
            </a:r>
            <a:r>
              <a:rPr sz="1150" spc="-85" dirty="0">
                <a:solidFill>
                  <a:srgbClr val="2B404F"/>
                </a:solidFill>
                <a:latin typeface="Tahoma"/>
                <a:cs typeface="Tahoma"/>
              </a:rPr>
              <a:t> </a:t>
            </a:r>
            <a:r>
              <a:rPr sz="1150" dirty="0">
                <a:solidFill>
                  <a:srgbClr val="2B404F"/>
                </a:solidFill>
                <a:latin typeface="Tahoma"/>
                <a:cs typeface="Tahoma"/>
              </a:rPr>
              <a:t>de</a:t>
            </a:r>
            <a:r>
              <a:rPr sz="1150" spc="-85" dirty="0">
                <a:solidFill>
                  <a:srgbClr val="2B404F"/>
                </a:solidFill>
                <a:latin typeface="Tahoma"/>
                <a:cs typeface="Tahoma"/>
              </a:rPr>
              <a:t> </a:t>
            </a:r>
            <a:r>
              <a:rPr sz="1150" spc="-10" dirty="0">
                <a:solidFill>
                  <a:srgbClr val="2B404F"/>
                </a:solidFill>
                <a:latin typeface="Tahoma"/>
                <a:cs typeface="Tahoma"/>
              </a:rPr>
              <a:t>costos.</a:t>
            </a:r>
            <a:endParaRPr sz="1150">
              <a:latin typeface="Tahoma"/>
              <a:cs typeface="Tahoma"/>
            </a:endParaRPr>
          </a:p>
        </p:txBody>
      </p:sp>
      <p:sp>
        <p:nvSpPr>
          <p:cNvPr id="9" name="object 9"/>
          <p:cNvSpPr txBox="1"/>
          <p:nvPr/>
        </p:nvSpPr>
        <p:spPr>
          <a:xfrm>
            <a:off x="6288151" y="4579467"/>
            <a:ext cx="4695190" cy="1501775"/>
          </a:xfrm>
          <a:prstGeom prst="rect">
            <a:avLst/>
          </a:prstGeom>
          <a:solidFill>
            <a:srgbClr val="315E7A"/>
          </a:solidFill>
        </p:spPr>
        <p:txBody>
          <a:bodyPr vert="horz" wrap="square" lIns="0" tIns="178435" rIns="0" bIns="0" rtlCol="0">
            <a:spAutoFit/>
          </a:bodyPr>
          <a:lstStyle/>
          <a:p>
            <a:pPr marL="179070" algn="just">
              <a:lnSpc>
                <a:spcPct val="100000"/>
              </a:lnSpc>
              <a:spcBef>
                <a:spcPts val="1405"/>
              </a:spcBef>
            </a:pPr>
            <a:r>
              <a:rPr sz="1450" b="1" spc="114" dirty="0">
                <a:solidFill>
                  <a:srgbClr val="FFFFFF"/>
                </a:solidFill>
                <a:latin typeface="Trebuchet MS"/>
                <a:cs typeface="Trebuchet MS"/>
              </a:rPr>
              <a:t>Caso</a:t>
            </a:r>
            <a:r>
              <a:rPr sz="1450" b="1" spc="-215" dirty="0">
                <a:solidFill>
                  <a:srgbClr val="FFFFFF"/>
                </a:solidFill>
                <a:latin typeface="Trebuchet MS"/>
                <a:cs typeface="Trebuchet MS"/>
              </a:rPr>
              <a:t> </a:t>
            </a:r>
            <a:r>
              <a:rPr sz="1450" b="1" dirty="0">
                <a:solidFill>
                  <a:srgbClr val="FFFFFF"/>
                </a:solidFill>
                <a:latin typeface="Trebuchet MS"/>
                <a:cs typeface="Trebuchet MS"/>
              </a:rPr>
              <a:t>de</a:t>
            </a:r>
            <a:r>
              <a:rPr sz="1450" b="1" spc="-195" dirty="0">
                <a:solidFill>
                  <a:srgbClr val="FFFFFF"/>
                </a:solidFill>
                <a:latin typeface="Trebuchet MS"/>
                <a:cs typeface="Trebuchet MS"/>
              </a:rPr>
              <a:t> </a:t>
            </a:r>
            <a:r>
              <a:rPr sz="1450" b="1" spc="-10" dirty="0">
                <a:solidFill>
                  <a:srgbClr val="FFFFFF"/>
                </a:solidFill>
                <a:latin typeface="Trebuchet MS"/>
                <a:cs typeface="Trebuchet MS"/>
              </a:rPr>
              <a:t>usoreal</a:t>
            </a:r>
            <a:endParaRPr sz="1450">
              <a:latin typeface="Trebuchet MS"/>
              <a:cs typeface="Trebuchet MS"/>
            </a:endParaRPr>
          </a:p>
          <a:p>
            <a:pPr marL="179070" marR="287020" algn="just">
              <a:lnSpc>
                <a:spcPct val="137900"/>
              </a:lnSpc>
              <a:spcBef>
                <a:spcPts val="365"/>
              </a:spcBef>
            </a:pPr>
            <a:r>
              <a:rPr sz="1150" spc="-90" dirty="0">
                <a:solidFill>
                  <a:srgbClr val="FFFFFF"/>
                </a:solidFill>
                <a:latin typeface="Tahoma"/>
                <a:cs typeface="Tahoma"/>
              </a:rPr>
              <a:t>En</a:t>
            </a:r>
            <a:r>
              <a:rPr sz="1150" spc="-5" dirty="0">
                <a:solidFill>
                  <a:srgbClr val="FFFFFF"/>
                </a:solidFill>
                <a:latin typeface="Tahoma"/>
                <a:cs typeface="Tahoma"/>
              </a:rPr>
              <a:t> </a:t>
            </a:r>
            <a:r>
              <a:rPr sz="1150" spc="-10" dirty="0">
                <a:solidFill>
                  <a:srgbClr val="FFFFFF"/>
                </a:solidFill>
                <a:latin typeface="Tahoma"/>
                <a:cs typeface="Tahoma"/>
              </a:rPr>
              <a:t>equipos</a:t>
            </a:r>
            <a:r>
              <a:rPr sz="1150" spc="-80" dirty="0">
                <a:solidFill>
                  <a:srgbClr val="FFFFFF"/>
                </a:solidFill>
                <a:latin typeface="Tahoma"/>
                <a:cs typeface="Tahoma"/>
              </a:rPr>
              <a:t> </a:t>
            </a:r>
            <a:r>
              <a:rPr sz="1150" spc="-60" dirty="0">
                <a:solidFill>
                  <a:srgbClr val="FFFFFF"/>
                </a:solidFill>
                <a:latin typeface="Tahoma"/>
                <a:cs typeface="Tahoma"/>
              </a:rPr>
              <a:t>de</a:t>
            </a:r>
            <a:r>
              <a:rPr sz="1150" spc="-30" dirty="0">
                <a:solidFill>
                  <a:srgbClr val="FFFFFF"/>
                </a:solidFill>
                <a:latin typeface="Tahoma"/>
                <a:cs typeface="Tahoma"/>
              </a:rPr>
              <a:t> </a:t>
            </a:r>
            <a:r>
              <a:rPr sz="1150" spc="-180" dirty="0">
                <a:solidFill>
                  <a:srgbClr val="FFFFFF"/>
                </a:solidFill>
                <a:latin typeface="Tahoma"/>
                <a:cs typeface="Tahoma"/>
              </a:rPr>
              <a:t>50+</a:t>
            </a:r>
            <a:r>
              <a:rPr sz="1150" spc="90" dirty="0">
                <a:solidFill>
                  <a:srgbClr val="FFFFFF"/>
                </a:solidFill>
                <a:latin typeface="Tahoma"/>
                <a:cs typeface="Tahoma"/>
              </a:rPr>
              <a:t> </a:t>
            </a:r>
            <a:r>
              <a:rPr sz="1150" spc="-30" dirty="0">
                <a:solidFill>
                  <a:srgbClr val="FFFFFF"/>
                </a:solidFill>
                <a:latin typeface="Tahoma"/>
                <a:cs typeface="Tahoma"/>
              </a:rPr>
              <a:t>ingenieros,</a:t>
            </a:r>
            <a:r>
              <a:rPr sz="1150" spc="-60" dirty="0">
                <a:solidFill>
                  <a:srgbClr val="FFFFFF"/>
                </a:solidFill>
                <a:latin typeface="Tahoma"/>
                <a:cs typeface="Tahoma"/>
              </a:rPr>
              <a:t> </a:t>
            </a:r>
            <a:r>
              <a:rPr sz="1150" dirty="0">
                <a:solidFill>
                  <a:srgbClr val="FFFFFF"/>
                </a:solidFill>
                <a:latin typeface="Tahoma"/>
                <a:cs typeface="Tahoma"/>
              </a:rPr>
              <a:t>las</a:t>
            </a:r>
            <a:r>
              <a:rPr sz="1150" spc="-75" dirty="0">
                <a:solidFill>
                  <a:srgbClr val="FFFFFF"/>
                </a:solidFill>
                <a:latin typeface="Tahoma"/>
                <a:cs typeface="Tahoma"/>
              </a:rPr>
              <a:t> </a:t>
            </a:r>
            <a:r>
              <a:rPr sz="1150" dirty="0">
                <a:solidFill>
                  <a:srgbClr val="FFFFFF"/>
                </a:solidFill>
                <a:latin typeface="Tahoma"/>
                <a:cs typeface="Tahoma"/>
              </a:rPr>
              <a:t>policies</a:t>
            </a:r>
            <a:r>
              <a:rPr sz="1150" spc="-20" dirty="0">
                <a:solidFill>
                  <a:srgbClr val="FFFFFF"/>
                </a:solidFill>
                <a:latin typeface="Tahoma"/>
                <a:cs typeface="Tahoma"/>
              </a:rPr>
              <a:t> </a:t>
            </a:r>
            <a:r>
              <a:rPr sz="1150" spc="-35" dirty="0">
                <a:solidFill>
                  <a:srgbClr val="FFFFFF"/>
                </a:solidFill>
                <a:latin typeface="Tahoma"/>
                <a:cs typeface="Tahoma"/>
              </a:rPr>
              <a:t>evitan</a:t>
            </a:r>
            <a:r>
              <a:rPr sz="1150" spc="-15" dirty="0">
                <a:solidFill>
                  <a:srgbClr val="FFFFFF"/>
                </a:solidFill>
                <a:latin typeface="Tahoma"/>
                <a:cs typeface="Tahoma"/>
              </a:rPr>
              <a:t> </a:t>
            </a:r>
            <a:r>
              <a:rPr sz="1150" spc="-40" dirty="0">
                <a:solidFill>
                  <a:srgbClr val="FFFFFF"/>
                </a:solidFill>
                <a:latin typeface="Tahoma"/>
                <a:cs typeface="Tahoma"/>
              </a:rPr>
              <a:t>que</a:t>
            </a:r>
            <a:r>
              <a:rPr sz="1150" spc="-35" dirty="0">
                <a:solidFill>
                  <a:srgbClr val="FFFFFF"/>
                </a:solidFill>
                <a:latin typeface="Tahoma"/>
                <a:cs typeface="Tahoma"/>
              </a:rPr>
              <a:t> </a:t>
            </a:r>
            <a:r>
              <a:rPr sz="1150" spc="-10" dirty="0">
                <a:solidFill>
                  <a:srgbClr val="FFFFFF"/>
                </a:solidFill>
                <a:latin typeface="Tahoma"/>
                <a:cs typeface="Tahoma"/>
              </a:rPr>
              <a:t>usuarios</a:t>
            </a:r>
            <a:r>
              <a:rPr sz="1150" spc="-45" dirty="0">
                <a:solidFill>
                  <a:srgbClr val="FFFFFF"/>
                </a:solidFill>
                <a:latin typeface="Tahoma"/>
                <a:cs typeface="Tahoma"/>
              </a:rPr>
              <a:t> </a:t>
            </a:r>
            <a:r>
              <a:rPr sz="1150" spc="-10" dirty="0">
                <a:solidFill>
                  <a:srgbClr val="FFFFFF"/>
                </a:solidFill>
                <a:latin typeface="Tahoma"/>
                <a:cs typeface="Tahoma"/>
              </a:rPr>
              <a:t>creen </a:t>
            </a:r>
            <a:r>
              <a:rPr sz="1150" dirty="0">
                <a:solidFill>
                  <a:srgbClr val="FFFFFF"/>
                </a:solidFill>
                <a:latin typeface="Tahoma"/>
                <a:cs typeface="Tahoma"/>
              </a:rPr>
              <a:t>clusters</a:t>
            </a:r>
            <a:r>
              <a:rPr sz="1150" spc="-10" dirty="0">
                <a:solidFill>
                  <a:srgbClr val="FFFFFF"/>
                </a:solidFill>
                <a:latin typeface="Tahoma"/>
                <a:cs typeface="Tahoma"/>
              </a:rPr>
              <a:t> sobredimensionados</a:t>
            </a:r>
            <a:r>
              <a:rPr sz="1150" spc="5" dirty="0">
                <a:solidFill>
                  <a:srgbClr val="FFFFFF"/>
                </a:solidFill>
                <a:latin typeface="Tahoma"/>
                <a:cs typeface="Tahoma"/>
              </a:rPr>
              <a:t> </a:t>
            </a:r>
            <a:r>
              <a:rPr sz="1150" spc="-10" dirty="0">
                <a:solidFill>
                  <a:srgbClr val="FFFFFF"/>
                </a:solidFill>
                <a:latin typeface="Tahoma"/>
                <a:cs typeface="Tahoma"/>
              </a:rPr>
              <a:t>accidentalmente,</a:t>
            </a:r>
            <a:r>
              <a:rPr sz="1150" spc="-25" dirty="0">
                <a:solidFill>
                  <a:srgbClr val="FFFFFF"/>
                </a:solidFill>
                <a:latin typeface="Tahoma"/>
                <a:cs typeface="Tahoma"/>
              </a:rPr>
              <a:t> </a:t>
            </a:r>
            <a:r>
              <a:rPr sz="1150" spc="-20" dirty="0">
                <a:solidFill>
                  <a:srgbClr val="FFFFFF"/>
                </a:solidFill>
                <a:latin typeface="Tahoma"/>
                <a:cs typeface="Tahoma"/>
              </a:rPr>
              <a:t>reduciendo</a:t>
            </a:r>
            <a:r>
              <a:rPr sz="1150" spc="-40" dirty="0">
                <a:solidFill>
                  <a:srgbClr val="FFFFFF"/>
                </a:solidFill>
                <a:latin typeface="Tahoma"/>
                <a:cs typeface="Tahoma"/>
              </a:rPr>
              <a:t> </a:t>
            </a:r>
            <a:r>
              <a:rPr sz="1150" spc="-30" dirty="0">
                <a:solidFill>
                  <a:srgbClr val="FFFFFF"/>
                </a:solidFill>
                <a:latin typeface="Tahoma"/>
                <a:cs typeface="Tahoma"/>
              </a:rPr>
              <a:t>el</a:t>
            </a:r>
            <a:r>
              <a:rPr sz="1150" spc="-15" dirty="0">
                <a:solidFill>
                  <a:srgbClr val="FFFFFF"/>
                </a:solidFill>
                <a:latin typeface="Tahoma"/>
                <a:cs typeface="Tahoma"/>
              </a:rPr>
              <a:t> </a:t>
            </a:r>
            <a:r>
              <a:rPr sz="1150" spc="-10" dirty="0">
                <a:solidFill>
                  <a:srgbClr val="FFFFFF"/>
                </a:solidFill>
                <a:latin typeface="Tahoma"/>
                <a:cs typeface="Tahoma"/>
              </a:rPr>
              <a:t>gasto no</a:t>
            </a:r>
            <a:r>
              <a:rPr sz="1150" spc="-125" dirty="0">
                <a:solidFill>
                  <a:srgbClr val="FFFFFF"/>
                </a:solidFill>
                <a:latin typeface="Tahoma"/>
                <a:cs typeface="Tahoma"/>
              </a:rPr>
              <a:t> </a:t>
            </a:r>
            <a:r>
              <a:rPr sz="1150" dirty="0">
                <a:solidFill>
                  <a:srgbClr val="FFFFFF"/>
                </a:solidFill>
                <a:latin typeface="Tahoma"/>
                <a:cs typeface="Tahoma"/>
              </a:rPr>
              <a:t>planificado</a:t>
            </a:r>
            <a:r>
              <a:rPr sz="1150" spc="-105" dirty="0">
                <a:solidFill>
                  <a:srgbClr val="FFFFFF"/>
                </a:solidFill>
                <a:latin typeface="Tahoma"/>
                <a:cs typeface="Tahoma"/>
              </a:rPr>
              <a:t> </a:t>
            </a:r>
            <a:r>
              <a:rPr sz="1150" spc="-10" dirty="0">
                <a:solidFill>
                  <a:srgbClr val="FFFFFF"/>
                </a:solidFill>
                <a:latin typeface="Tahoma"/>
                <a:cs typeface="Tahoma"/>
              </a:rPr>
              <a:t>hasta</a:t>
            </a:r>
            <a:r>
              <a:rPr sz="1150" spc="-120" dirty="0">
                <a:solidFill>
                  <a:srgbClr val="FFFFFF"/>
                </a:solidFill>
                <a:latin typeface="Tahoma"/>
                <a:cs typeface="Tahoma"/>
              </a:rPr>
              <a:t> </a:t>
            </a:r>
            <a:r>
              <a:rPr sz="1150" spc="-10" dirty="0">
                <a:solidFill>
                  <a:srgbClr val="FFFFFF"/>
                </a:solidFill>
                <a:latin typeface="Tahoma"/>
                <a:cs typeface="Tahoma"/>
              </a:rPr>
              <a:t>en</a:t>
            </a:r>
            <a:r>
              <a:rPr sz="1150" spc="-135" dirty="0">
                <a:solidFill>
                  <a:srgbClr val="FFFFFF"/>
                </a:solidFill>
                <a:latin typeface="Tahoma"/>
                <a:cs typeface="Tahoma"/>
              </a:rPr>
              <a:t> </a:t>
            </a:r>
            <a:r>
              <a:rPr sz="1150" spc="-10" dirty="0">
                <a:solidFill>
                  <a:srgbClr val="FFFFFF"/>
                </a:solidFill>
                <a:latin typeface="Tahoma"/>
                <a:cs typeface="Tahoma"/>
              </a:rPr>
              <a:t>un</a:t>
            </a:r>
            <a:r>
              <a:rPr sz="1150" spc="-140" dirty="0">
                <a:solidFill>
                  <a:srgbClr val="FFFFFF"/>
                </a:solidFill>
                <a:latin typeface="Tahoma"/>
                <a:cs typeface="Tahoma"/>
              </a:rPr>
              <a:t> </a:t>
            </a:r>
            <a:r>
              <a:rPr sz="1150" spc="-20" dirty="0">
                <a:solidFill>
                  <a:srgbClr val="FFFFFF"/>
                </a:solidFill>
                <a:latin typeface="Tahoma"/>
                <a:cs typeface="Tahoma"/>
              </a:rPr>
              <a:t>40%.</a:t>
            </a:r>
            <a:endParaRPr sz="1150">
              <a:latin typeface="Tahoma"/>
              <a:cs typeface="Tahom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4" dirty="0"/>
              <a:t>Gestión</a:t>
            </a:r>
            <a:r>
              <a:rPr spc="-195" dirty="0"/>
              <a:t> </a:t>
            </a:r>
            <a:r>
              <a:rPr spc="50" dirty="0"/>
              <a:t>de</a:t>
            </a:r>
            <a:r>
              <a:rPr spc="-165" dirty="0"/>
              <a:t> </a:t>
            </a:r>
            <a:r>
              <a:rPr spc="80" dirty="0"/>
              <a:t>Librerías</a:t>
            </a:r>
            <a:r>
              <a:rPr spc="-175" dirty="0"/>
              <a:t> </a:t>
            </a:r>
            <a:r>
              <a:rPr dirty="0"/>
              <a:t>en</a:t>
            </a:r>
            <a:r>
              <a:rPr spc="-80" dirty="0"/>
              <a:t> </a:t>
            </a:r>
            <a:r>
              <a:rPr spc="135" dirty="0"/>
              <a:t>Clusters</a:t>
            </a:r>
          </a:p>
          <a:p>
            <a:pPr marL="12700" marR="5080">
              <a:lnSpc>
                <a:spcPct val="136500"/>
              </a:lnSpc>
              <a:spcBef>
                <a:spcPts val="555"/>
              </a:spcBef>
            </a:pPr>
            <a:r>
              <a:rPr sz="1150" spc="-30" dirty="0">
                <a:solidFill>
                  <a:srgbClr val="2A404F"/>
                </a:solidFill>
              </a:rPr>
              <a:t>Instalar</a:t>
            </a:r>
            <a:r>
              <a:rPr sz="1150" spc="-70" dirty="0">
                <a:solidFill>
                  <a:srgbClr val="2A404F"/>
                </a:solidFill>
              </a:rPr>
              <a:t> </a:t>
            </a:r>
            <a:r>
              <a:rPr sz="1150" dirty="0">
                <a:solidFill>
                  <a:srgbClr val="2A404F"/>
                </a:solidFill>
              </a:rPr>
              <a:t>librerías</a:t>
            </a:r>
            <a:r>
              <a:rPr sz="1150" spc="-55" dirty="0">
                <a:solidFill>
                  <a:srgbClr val="2A404F"/>
                </a:solidFill>
              </a:rPr>
              <a:t> </a:t>
            </a:r>
            <a:r>
              <a:rPr sz="1150" dirty="0">
                <a:solidFill>
                  <a:srgbClr val="2A404F"/>
                </a:solidFill>
              </a:rPr>
              <a:t>de</a:t>
            </a:r>
            <a:r>
              <a:rPr sz="1150" spc="15" dirty="0">
                <a:solidFill>
                  <a:srgbClr val="2A404F"/>
                </a:solidFill>
              </a:rPr>
              <a:t> </a:t>
            </a:r>
            <a:r>
              <a:rPr sz="1150" spc="-10" dirty="0">
                <a:solidFill>
                  <a:srgbClr val="2A404F"/>
                </a:solidFill>
              </a:rPr>
              <a:t>forma</a:t>
            </a:r>
            <a:r>
              <a:rPr sz="1150" spc="-55" dirty="0">
                <a:solidFill>
                  <a:srgbClr val="2A404F"/>
                </a:solidFill>
              </a:rPr>
              <a:t> </a:t>
            </a:r>
            <a:r>
              <a:rPr sz="1150" spc="50" dirty="0">
                <a:solidFill>
                  <a:srgbClr val="2A404F"/>
                </a:solidFill>
              </a:rPr>
              <a:t>incorrecta</a:t>
            </a:r>
            <a:r>
              <a:rPr sz="1150" spc="-40" dirty="0">
                <a:solidFill>
                  <a:srgbClr val="2A404F"/>
                </a:solidFill>
              </a:rPr>
              <a:t> </a:t>
            </a:r>
            <a:r>
              <a:rPr sz="1150" dirty="0">
                <a:solidFill>
                  <a:srgbClr val="2A404F"/>
                </a:solidFill>
              </a:rPr>
              <a:t>es</a:t>
            </a:r>
            <a:r>
              <a:rPr sz="1150" spc="-75" dirty="0">
                <a:solidFill>
                  <a:srgbClr val="2A404F"/>
                </a:solidFill>
              </a:rPr>
              <a:t> </a:t>
            </a:r>
            <a:r>
              <a:rPr sz="1150" dirty="0">
                <a:solidFill>
                  <a:srgbClr val="2A404F"/>
                </a:solidFill>
              </a:rPr>
              <a:t>una</a:t>
            </a:r>
            <a:r>
              <a:rPr sz="1150" spc="-75" dirty="0">
                <a:solidFill>
                  <a:srgbClr val="2A404F"/>
                </a:solidFill>
              </a:rPr>
              <a:t> </a:t>
            </a:r>
            <a:r>
              <a:rPr sz="1150" spc="-10" dirty="0">
                <a:solidFill>
                  <a:srgbClr val="2A404F"/>
                </a:solidFill>
              </a:rPr>
              <a:t>fuente</a:t>
            </a:r>
            <a:r>
              <a:rPr sz="1150" spc="-85" dirty="0">
                <a:solidFill>
                  <a:srgbClr val="2A404F"/>
                </a:solidFill>
              </a:rPr>
              <a:t> </a:t>
            </a:r>
            <a:r>
              <a:rPr sz="1150" spc="60" dirty="0">
                <a:solidFill>
                  <a:srgbClr val="2A404F"/>
                </a:solidFill>
              </a:rPr>
              <a:t>común</a:t>
            </a:r>
            <a:r>
              <a:rPr sz="1150" spc="-40" dirty="0">
                <a:solidFill>
                  <a:srgbClr val="2A404F"/>
                </a:solidFill>
              </a:rPr>
              <a:t> </a:t>
            </a:r>
            <a:r>
              <a:rPr sz="1150" dirty="0">
                <a:solidFill>
                  <a:srgbClr val="2A404F"/>
                </a:solidFill>
              </a:rPr>
              <a:t>de</a:t>
            </a:r>
            <a:r>
              <a:rPr sz="1150" spc="20" dirty="0">
                <a:solidFill>
                  <a:srgbClr val="2A404F"/>
                </a:solidFill>
              </a:rPr>
              <a:t> </a:t>
            </a:r>
            <a:r>
              <a:rPr sz="1150" dirty="0">
                <a:solidFill>
                  <a:srgbClr val="2A404F"/>
                </a:solidFill>
              </a:rPr>
              <a:t>problemas</a:t>
            </a:r>
            <a:r>
              <a:rPr sz="1150" spc="-75" dirty="0">
                <a:solidFill>
                  <a:srgbClr val="2A404F"/>
                </a:solidFill>
              </a:rPr>
              <a:t> </a:t>
            </a:r>
            <a:r>
              <a:rPr sz="1150" dirty="0">
                <a:solidFill>
                  <a:srgbClr val="2A404F"/>
                </a:solidFill>
              </a:rPr>
              <a:t>en</a:t>
            </a:r>
            <a:r>
              <a:rPr sz="1150" spc="-80" dirty="0">
                <a:solidFill>
                  <a:srgbClr val="2A404F"/>
                </a:solidFill>
              </a:rPr>
              <a:t> </a:t>
            </a:r>
            <a:r>
              <a:rPr sz="1150" spc="50" dirty="0">
                <a:solidFill>
                  <a:srgbClr val="2A404F"/>
                </a:solidFill>
              </a:rPr>
              <a:t>producción.</a:t>
            </a:r>
            <a:r>
              <a:rPr sz="1150" spc="40" dirty="0">
                <a:solidFill>
                  <a:srgbClr val="2A404F"/>
                </a:solidFill>
              </a:rPr>
              <a:t> </a:t>
            </a:r>
            <a:r>
              <a:rPr sz="1150" dirty="0">
                <a:solidFill>
                  <a:srgbClr val="2A404F"/>
                </a:solidFill>
              </a:rPr>
              <a:t>Databricks</a:t>
            </a:r>
            <a:r>
              <a:rPr sz="1150" spc="-50" dirty="0">
                <a:solidFill>
                  <a:srgbClr val="2A404F"/>
                </a:solidFill>
              </a:rPr>
              <a:t> </a:t>
            </a:r>
            <a:r>
              <a:rPr sz="1150" dirty="0">
                <a:solidFill>
                  <a:srgbClr val="2A404F"/>
                </a:solidFill>
              </a:rPr>
              <a:t>ofrece</a:t>
            </a:r>
            <a:r>
              <a:rPr sz="1150" spc="-10" dirty="0">
                <a:solidFill>
                  <a:srgbClr val="2A404F"/>
                </a:solidFill>
              </a:rPr>
              <a:t> </a:t>
            </a:r>
            <a:r>
              <a:rPr sz="1150" dirty="0">
                <a:solidFill>
                  <a:srgbClr val="2A404F"/>
                </a:solidFill>
              </a:rPr>
              <a:t>tres</a:t>
            </a:r>
            <a:r>
              <a:rPr sz="1150" spc="-55" dirty="0">
                <a:solidFill>
                  <a:srgbClr val="2A404F"/>
                </a:solidFill>
              </a:rPr>
              <a:t> </a:t>
            </a:r>
            <a:r>
              <a:rPr sz="1150" dirty="0">
                <a:solidFill>
                  <a:srgbClr val="2A404F"/>
                </a:solidFill>
              </a:rPr>
              <a:t>mecanismos</a:t>
            </a:r>
            <a:r>
              <a:rPr sz="1150" spc="-100" dirty="0">
                <a:solidFill>
                  <a:srgbClr val="2A404F"/>
                </a:solidFill>
              </a:rPr>
              <a:t> </a:t>
            </a:r>
            <a:r>
              <a:rPr sz="1150" spc="60" dirty="0">
                <a:solidFill>
                  <a:srgbClr val="2A404F"/>
                </a:solidFill>
              </a:rPr>
              <a:t>con</a:t>
            </a:r>
            <a:r>
              <a:rPr sz="1150" spc="85" dirty="0">
                <a:solidFill>
                  <a:srgbClr val="2A404F"/>
                </a:solidFill>
              </a:rPr>
              <a:t> </a:t>
            </a:r>
            <a:r>
              <a:rPr sz="1150" dirty="0">
                <a:solidFill>
                  <a:srgbClr val="2A404F"/>
                </a:solidFill>
              </a:rPr>
              <a:t>alcances</a:t>
            </a:r>
            <a:r>
              <a:rPr sz="1150" spc="-90" dirty="0">
                <a:solidFill>
                  <a:srgbClr val="2A404F"/>
                </a:solidFill>
              </a:rPr>
              <a:t> </a:t>
            </a:r>
            <a:r>
              <a:rPr sz="1150" spc="-50" dirty="0">
                <a:solidFill>
                  <a:srgbClr val="2A404F"/>
                </a:solidFill>
              </a:rPr>
              <a:t>y </a:t>
            </a:r>
            <a:r>
              <a:rPr sz="1150" spc="50" dirty="0">
                <a:solidFill>
                  <a:srgbClr val="2A404F"/>
                </a:solidFill>
              </a:rPr>
              <a:t>comportamientos</a:t>
            </a:r>
            <a:r>
              <a:rPr sz="1150" spc="20" dirty="0">
                <a:solidFill>
                  <a:srgbClr val="2A404F"/>
                </a:solidFill>
              </a:rPr>
              <a:t> </a:t>
            </a:r>
            <a:r>
              <a:rPr sz="1150" dirty="0">
                <a:solidFill>
                  <a:srgbClr val="2A404F"/>
                </a:solidFill>
              </a:rPr>
              <a:t>distintos.</a:t>
            </a:r>
            <a:r>
              <a:rPr sz="1150" spc="-75" dirty="0">
                <a:solidFill>
                  <a:srgbClr val="2A404F"/>
                </a:solidFill>
              </a:rPr>
              <a:t> </a:t>
            </a:r>
            <a:r>
              <a:rPr sz="1150" spc="-20" dirty="0">
                <a:solidFill>
                  <a:srgbClr val="2A404F"/>
                </a:solidFill>
              </a:rPr>
              <a:t>Elegir</a:t>
            </a:r>
            <a:r>
              <a:rPr sz="1150" spc="-95" dirty="0">
                <a:solidFill>
                  <a:srgbClr val="2A404F"/>
                </a:solidFill>
              </a:rPr>
              <a:t> </a:t>
            </a:r>
            <a:r>
              <a:rPr sz="1150" dirty="0">
                <a:solidFill>
                  <a:srgbClr val="2A404F"/>
                </a:solidFill>
              </a:rPr>
              <a:t>el</a:t>
            </a:r>
            <a:r>
              <a:rPr sz="1150" spc="-95" dirty="0">
                <a:solidFill>
                  <a:srgbClr val="2A404F"/>
                </a:solidFill>
              </a:rPr>
              <a:t> </a:t>
            </a:r>
            <a:r>
              <a:rPr sz="1150" spc="60" dirty="0">
                <a:solidFill>
                  <a:srgbClr val="2A404F"/>
                </a:solidFill>
              </a:rPr>
              <a:t>correcto</a:t>
            </a:r>
            <a:r>
              <a:rPr sz="1150" spc="10" dirty="0">
                <a:solidFill>
                  <a:srgbClr val="2A404F"/>
                </a:solidFill>
              </a:rPr>
              <a:t> </a:t>
            </a:r>
            <a:r>
              <a:rPr sz="1150" spc="-10" dirty="0">
                <a:solidFill>
                  <a:srgbClr val="2A404F"/>
                </a:solidFill>
              </a:rPr>
              <a:t>según</a:t>
            </a:r>
            <a:r>
              <a:rPr sz="1150" spc="-105" dirty="0">
                <a:solidFill>
                  <a:srgbClr val="2A404F"/>
                </a:solidFill>
              </a:rPr>
              <a:t> </a:t>
            </a:r>
            <a:r>
              <a:rPr sz="1150" dirty="0">
                <a:solidFill>
                  <a:srgbClr val="2A404F"/>
                </a:solidFill>
              </a:rPr>
              <a:t>el</a:t>
            </a:r>
            <a:r>
              <a:rPr sz="1150" spc="-114" dirty="0">
                <a:solidFill>
                  <a:srgbClr val="2A404F"/>
                </a:solidFill>
              </a:rPr>
              <a:t> </a:t>
            </a:r>
            <a:r>
              <a:rPr sz="1150" dirty="0">
                <a:solidFill>
                  <a:srgbClr val="2A404F"/>
                </a:solidFill>
              </a:rPr>
              <a:t>contexto</a:t>
            </a:r>
            <a:r>
              <a:rPr sz="1150" spc="25" dirty="0">
                <a:solidFill>
                  <a:srgbClr val="2A404F"/>
                </a:solidFill>
              </a:rPr>
              <a:t> </a:t>
            </a:r>
            <a:r>
              <a:rPr sz="1150" dirty="0">
                <a:solidFill>
                  <a:srgbClr val="2A404F"/>
                </a:solidFill>
              </a:rPr>
              <a:t>es</a:t>
            </a:r>
            <a:r>
              <a:rPr sz="1150" spc="-95" dirty="0">
                <a:solidFill>
                  <a:srgbClr val="2A404F"/>
                </a:solidFill>
              </a:rPr>
              <a:t> </a:t>
            </a:r>
            <a:r>
              <a:rPr sz="1150" spc="-10" dirty="0">
                <a:solidFill>
                  <a:srgbClr val="2A404F"/>
                </a:solidFill>
              </a:rPr>
              <a:t>parte</a:t>
            </a:r>
            <a:r>
              <a:rPr sz="1150" spc="-75" dirty="0">
                <a:solidFill>
                  <a:srgbClr val="2A404F"/>
                </a:solidFill>
              </a:rPr>
              <a:t> </a:t>
            </a:r>
            <a:r>
              <a:rPr sz="1150" dirty="0">
                <a:solidFill>
                  <a:srgbClr val="2A404F"/>
                </a:solidFill>
              </a:rPr>
              <a:t>del</a:t>
            </a:r>
            <a:r>
              <a:rPr sz="1150" spc="-15" dirty="0">
                <a:solidFill>
                  <a:srgbClr val="2A404F"/>
                </a:solidFill>
              </a:rPr>
              <a:t> </a:t>
            </a:r>
            <a:r>
              <a:rPr sz="1150" spc="-10" dirty="0">
                <a:solidFill>
                  <a:srgbClr val="2A404F"/>
                </a:solidFill>
              </a:rPr>
              <a:t>examen.</a:t>
            </a:r>
            <a:endParaRPr sz="1150"/>
          </a:p>
        </p:txBody>
      </p:sp>
      <p:sp>
        <p:nvSpPr>
          <p:cNvPr id="3" name="object 3"/>
          <p:cNvSpPr/>
          <p:nvPr/>
        </p:nvSpPr>
        <p:spPr>
          <a:xfrm>
            <a:off x="593407" y="3762222"/>
            <a:ext cx="10211435" cy="781685"/>
          </a:xfrm>
          <a:custGeom>
            <a:avLst/>
            <a:gdLst/>
            <a:ahLst/>
            <a:cxnLst/>
            <a:rect l="l" t="t" r="r" b="b"/>
            <a:pathLst>
              <a:path w="10211435" h="781685">
                <a:moveTo>
                  <a:pt x="8164766" y="0"/>
                </a:moveTo>
                <a:lnTo>
                  <a:pt x="5309933" y="0"/>
                </a:lnTo>
                <a:lnTo>
                  <a:pt x="2245868" y="0"/>
                </a:lnTo>
                <a:lnTo>
                  <a:pt x="0" y="0"/>
                </a:lnTo>
                <a:lnTo>
                  <a:pt x="0" y="781456"/>
                </a:lnTo>
                <a:lnTo>
                  <a:pt x="2245804" y="781456"/>
                </a:lnTo>
                <a:lnTo>
                  <a:pt x="5309933" y="781456"/>
                </a:lnTo>
                <a:lnTo>
                  <a:pt x="8164766" y="781456"/>
                </a:lnTo>
                <a:lnTo>
                  <a:pt x="8164766" y="0"/>
                </a:lnTo>
                <a:close/>
              </a:path>
              <a:path w="10211435" h="781685">
                <a:moveTo>
                  <a:pt x="10210863" y="0"/>
                </a:moveTo>
                <a:lnTo>
                  <a:pt x="8164893" y="0"/>
                </a:lnTo>
                <a:lnTo>
                  <a:pt x="8164893" y="781456"/>
                </a:lnTo>
                <a:lnTo>
                  <a:pt x="10210863" y="781456"/>
                </a:lnTo>
                <a:lnTo>
                  <a:pt x="10210863" y="0"/>
                </a:lnTo>
                <a:close/>
              </a:path>
            </a:pathLst>
          </a:custGeom>
          <a:solidFill>
            <a:srgbClr val="F3F3F3"/>
          </a:solidFill>
        </p:spPr>
        <p:txBody>
          <a:bodyPr wrap="square" lIns="0" tIns="0" rIns="0" bIns="0" rtlCol="0"/>
          <a:lstStyle/>
          <a:p>
            <a:endParaRPr/>
          </a:p>
        </p:txBody>
      </p:sp>
      <p:graphicFrame>
        <p:nvGraphicFramePr>
          <p:cNvPr id="4" name="object 4"/>
          <p:cNvGraphicFramePr>
            <a:graphicFrameLocks noGrp="1"/>
          </p:cNvGraphicFramePr>
          <p:nvPr/>
        </p:nvGraphicFramePr>
        <p:xfrm>
          <a:off x="587057" y="1837054"/>
          <a:ext cx="10212704" cy="2698750"/>
        </p:xfrm>
        <a:graphic>
          <a:graphicData uri="http://schemas.openxmlformats.org/drawingml/2006/table">
            <a:tbl>
              <a:tblPr firstRow="1" bandRow="1">
                <a:tableStyleId>{2D5ABB26-0587-4C30-8999-92F81FD0307C}</a:tableStyleId>
              </a:tblPr>
              <a:tblGrid>
                <a:gridCol w="2245995">
                  <a:extLst>
                    <a:ext uri="{9D8B030D-6E8A-4147-A177-3AD203B41FA5}">
                      <a16:colId xmlns:a16="http://schemas.microsoft.com/office/drawing/2014/main" val="20000"/>
                    </a:ext>
                  </a:extLst>
                </a:gridCol>
                <a:gridCol w="3064510">
                  <a:extLst>
                    <a:ext uri="{9D8B030D-6E8A-4147-A177-3AD203B41FA5}">
                      <a16:colId xmlns:a16="http://schemas.microsoft.com/office/drawing/2014/main" val="20001"/>
                    </a:ext>
                  </a:extLst>
                </a:gridCol>
                <a:gridCol w="2855595">
                  <a:extLst>
                    <a:ext uri="{9D8B030D-6E8A-4147-A177-3AD203B41FA5}">
                      <a16:colId xmlns:a16="http://schemas.microsoft.com/office/drawing/2014/main" val="20002"/>
                    </a:ext>
                  </a:extLst>
                </a:gridCol>
                <a:gridCol w="2046604">
                  <a:extLst>
                    <a:ext uri="{9D8B030D-6E8A-4147-A177-3AD203B41FA5}">
                      <a16:colId xmlns:a16="http://schemas.microsoft.com/office/drawing/2014/main" val="20003"/>
                    </a:ext>
                  </a:extLst>
                </a:gridCol>
              </a:tblGrid>
              <a:tr h="372110">
                <a:tc>
                  <a:txBody>
                    <a:bodyPr/>
                    <a:lstStyle/>
                    <a:p>
                      <a:pPr marL="154940">
                        <a:lnSpc>
                          <a:spcPct val="100000"/>
                        </a:lnSpc>
                        <a:spcBef>
                          <a:spcPts val="894"/>
                        </a:spcBef>
                      </a:pPr>
                      <a:r>
                        <a:rPr sz="1150" b="1" spc="-10" dirty="0">
                          <a:solidFill>
                            <a:srgbClr val="2A404F"/>
                          </a:solidFill>
                          <a:latin typeface="Trebuchet MS"/>
                          <a:cs typeface="Trebuchet MS"/>
                        </a:rPr>
                        <a:t>Mecanismo</a:t>
                      </a:r>
                      <a:endParaRPr sz="1150">
                        <a:latin typeface="Trebuchet MS"/>
                        <a:cs typeface="Trebuchet MS"/>
                      </a:endParaRPr>
                    </a:p>
                  </a:txBody>
                  <a:tcPr marL="0" marR="0" marT="113664" marB="0">
                    <a:lnL w="12700">
                      <a:solidFill>
                        <a:srgbClr val="7E7E7E"/>
                      </a:solidFill>
                      <a:prstDash val="solid"/>
                    </a:lnL>
                    <a:lnR w="9525">
                      <a:solidFill>
                        <a:srgbClr val="FFFAF5"/>
                      </a:solidFill>
                      <a:prstDash val="solid"/>
                    </a:lnR>
                    <a:lnT w="12700">
                      <a:solidFill>
                        <a:srgbClr val="7E7E7E"/>
                      </a:solidFill>
                      <a:prstDash val="solid"/>
                    </a:lnT>
                    <a:solidFill>
                      <a:srgbClr val="F1F1F1">
                        <a:alpha val="14901"/>
                      </a:srgbClr>
                    </a:solidFill>
                  </a:tcPr>
                </a:tc>
                <a:tc>
                  <a:txBody>
                    <a:bodyPr/>
                    <a:lstStyle/>
                    <a:p>
                      <a:pPr marL="158750">
                        <a:lnSpc>
                          <a:spcPct val="100000"/>
                        </a:lnSpc>
                        <a:spcBef>
                          <a:spcPts val="894"/>
                        </a:spcBef>
                      </a:pPr>
                      <a:r>
                        <a:rPr sz="1150" b="1" spc="-10" dirty="0">
                          <a:solidFill>
                            <a:srgbClr val="2A404F"/>
                          </a:solidFill>
                          <a:latin typeface="Trebuchet MS"/>
                          <a:cs typeface="Trebuchet MS"/>
                        </a:rPr>
                        <a:t>Descripción</a:t>
                      </a:r>
                      <a:endParaRPr sz="1150">
                        <a:latin typeface="Trebuchet MS"/>
                        <a:cs typeface="Trebuchet MS"/>
                      </a:endParaRPr>
                    </a:p>
                  </a:txBody>
                  <a:tcPr marL="0" marR="0" marT="113664" marB="0">
                    <a:lnL w="9525">
                      <a:solidFill>
                        <a:srgbClr val="FFFAF5"/>
                      </a:solidFill>
                      <a:prstDash val="solid"/>
                    </a:lnL>
                    <a:lnR w="9525">
                      <a:solidFill>
                        <a:srgbClr val="FFFAF5"/>
                      </a:solidFill>
                      <a:prstDash val="solid"/>
                    </a:lnR>
                    <a:lnT w="12700">
                      <a:solidFill>
                        <a:srgbClr val="7E7E7E"/>
                      </a:solidFill>
                      <a:prstDash val="solid"/>
                    </a:lnT>
                    <a:solidFill>
                      <a:srgbClr val="FFFFFF">
                        <a:alpha val="3921"/>
                      </a:srgbClr>
                    </a:solidFill>
                  </a:tcPr>
                </a:tc>
                <a:tc>
                  <a:txBody>
                    <a:bodyPr/>
                    <a:lstStyle/>
                    <a:p>
                      <a:pPr marL="154305">
                        <a:lnSpc>
                          <a:spcPct val="100000"/>
                        </a:lnSpc>
                        <a:spcBef>
                          <a:spcPts val="894"/>
                        </a:spcBef>
                      </a:pPr>
                      <a:r>
                        <a:rPr sz="1150" b="1" spc="-10" dirty="0">
                          <a:solidFill>
                            <a:srgbClr val="2A404F"/>
                          </a:solidFill>
                          <a:latin typeface="Trebuchet MS"/>
                          <a:cs typeface="Trebuchet MS"/>
                        </a:rPr>
                        <a:t>Persistencia</a:t>
                      </a:r>
                      <a:endParaRPr sz="1150">
                        <a:latin typeface="Trebuchet MS"/>
                        <a:cs typeface="Trebuchet MS"/>
                      </a:endParaRPr>
                    </a:p>
                  </a:txBody>
                  <a:tcPr marL="0" marR="0" marT="113664" marB="0">
                    <a:lnL w="9525">
                      <a:solidFill>
                        <a:srgbClr val="FFFAF5"/>
                      </a:solidFill>
                      <a:prstDash val="solid"/>
                    </a:lnL>
                    <a:lnR w="9525">
                      <a:solidFill>
                        <a:srgbClr val="FFFAF5"/>
                      </a:solidFill>
                      <a:prstDash val="solid"/>
                    </a:lnR>
                    <a:lnT w="12700">
                      <a:solidFill>
                        <a:srgbClr val="7E7E7E"/>
                      </a:solidFill>
                      <a:prstDash val="solid"/>
                    </a:lnT>
                    <a:solidFill>
                      <a:srgbClr val="FFFFFF">
                        <a:alpha val="3921"/>
                      </a:srgbClr>
                    </a:solidFill>
                  </a:tcPr>
                </a:tc>
                <a:tc>
                  <a:txBody>
                    <a:bodyPr/>
                    <a:lstStyle/>
                    <a:p>
                      <a:pPr marL="156210">
                        <a:lnSpc>
                          <a:spcPct val="100000"/>
                        </a:lnSpc>
                        <a:spcBef>
                          <a:spcPts val="894"/>
                        </a:spcBef>
                      </a:pPr>
                      <a:r>
                        <a:rPr sz="1150" b="1" spc="40" dirty="0">
                          <a:solidFill>
                            <a:srgbClr val="2A404F"/>
                          </a:solidFill>
                          <a:latin typeface="Trebuchet MS"/>
                          <a:cs typeface="Trebuchet MS"/>
                        </a:rPr>
                        <a:t>Casode</a:t>
                      </a:r>
                      <a:r>
                        <a:rPr sz="1150" b="1" spc="-195" dirty="0">
                          <a:solidFill>
                            <a:srgbClr val="2A404F"/>
                          </a:solidFill>
                          <a:latin typeface="Trebuchet MS"/>
                          <a:cs typeface="Trebuchet MS"/>
                        </a:rPr>
                        <a:t> </a:t>
                      </a:r>
                      <a:r>
                        <a:rPr sz="1150" b="1" spc="-25" dirty="0">
                          <a:solidFill>
                            <a:srgbClr val="2A404F"/>
                          </a:solidFill>
                          <a:latin typeface="Trebuchet MS"/>
                          <a:cs typeface="Trebuchet MS"/>
                        </a:rPr>
                        <a:t>uso</a:t>
                      </a:r>
                      <a:endParaRPr sz="1150">
                        <a:latin typeface="Trebuchet MS"/>
                        <a:cs typeface="Trebuchet MS"/>
                      </a:endParaRPr>
                    </a:p>
                  </a:txBody>
                  <a:tcPr marL="0" marR="0" marT="113664" marB="0">
                    <a:lnL w="9525">
                      <a:solidFill>
                        <a:srgbClr val="FFFAF5"/>
                      </a:solidFill>
                      <a:prstDash val="solid"/>
                    </a:lnL>
                    <a:lnR w="12700">
                      <a:solidFill>
                        <a:srgbClr val="7E7E7E"/>
                      </a:solidFill>
                      <a:prstDash val="solid"/>
                    </a:lnR>
                    <a:lnT w="12700">
                      <a:solidFill>
                        <a:srgbClr val="7E7E7E"/>
                      </a:solidFill>
                      <a:prstDash val="solid"/>
                    </a:lnT>
                    <a:solidFill>
                      <a:srgbClr val="F1F1F1">
                        <a:alpha val="14901"/>
                      </a:srgbClr>
                    </a:solidFill>
                  </a:tcPr>
                </a:tc>
                <a:extLst>
                  <a:ext uri="{0D108BD9-81ED-4DB2-BD59-A6C34878D82A}">
                    <a16:rowId xmlns:a16="http://schemas.microsoft.com/office/drawing/2014/main" val="10000"/>
                  </a:ext>
                </a:extLst>
              </a:tr>
              <a:tr h="776605">
                <a:tc>
                  <a:txBody>
                    <a:bodyPr/>
                    <a:lstStyle/>
                    <a:p>
                      <a:pPr marL="154940">
                        <a:lnSpc>
                          <a:spcPct val="100000"/>
                        </a:lnSpc>
                        <a:spcBef>
                          <a:spcPts val="860"/>
                        </a:spcBef>
                      </a:pPr>
                      <a:r>
                        <a:rPr sz="1150" b="1" spc="-30" dirty="0">
                          <a:solidFill>
                            <a:srgbClr val="2A404F"/>
                          </a:solidFill>
                          <a:latin typeface="Trebuchet MS"/>
                          <a:cs typeface="Trebuchet MS"/>
                        </a:rPr>
                        <a:t>Cluster</a:t>
                      </a:r>
                      <a:r>
                        <a:rPr sz="1150" b="1" spc="-155" dirty="0">
                          <a:solidFill>
                            <a:srgbClr val="2A404F"/>
                          </a:solidFill>
                          <a:latin typeface="Trebuchet MS"/>
                          <a:cs typeface="Trebuchet MS"/>
                        </a:rPr>
                        <a:t> </a:t>
                      </a:r>
                      <a:r>
                        <a:rPr sz="1150" b="1" spc="-10" dirty="0">
                          <a:solidFill>
                            <a:srgbClr val="2A404F"/>
                          </a:solidFill>
                          <a:latin typeface="Trebuchet MS"/>
                          <a:cs typeface="Trebuchet MS"/>
                        </a:rPr>
                        <a:t>Libraries</a:t>
                      </a:r>
                      <a:endParaRPr sz="1150">
                        <a:latin typeface="Trebuchet MS"/>
                        <a:cs typeface="Trebuchet MS"/>
                      </a:endParaRPr>
                    </a:p>
                  </a:txBody>
                  <a:tcPr marL="0" marR="0" marT="109220" marB="0">
                    <a:lnL w="12700">
                      <a:solidFill>
                        <a:srgbClr val="7E7E7E"/>
                      </a:solidFill>
                      <a:prstDash val="solid"/>
                    </a:lnL>
                    <a:lnR w="9525">
                      <a:solidFill>
                        <a:srgbClr val="FFFAF5"/>
                      </a:solidFill>
                      <a:prstDash val="solid"/>
                    </a:lnR>
                    <a:solidFill>
                      <a:srgbClr val="000000">
                        <a:alpha val="3921"/>
                      </a:srgbClr>
                    </a:solidFill>
                  </a:tcPr>
                </a:tc>
                <a:tc>
                  <a:txBody>
                    <a:bodyPr/>
                    <a:lstStyle/>
                    <a:p>
                      <a:pPr marL="158750">
                        <a:lnSpc>
                          <a:spcPct val="100000"/>
                        </a:lnSpc>
                        <a:spcBef>
                          <a:spcPts val="710"/>
                        </a:spcBef>
                      </a:pPr>
                      <a:r>
                        <a:rPr sz="1150" dirty="0">
                          <a:solidFill>
                            <a:srgbClr val="2A404F"/>
                          </a:solidFill>
                          <a:latin typeface="Tahoma"/>
                          <a:cs typeface="Tahoma"/>
                        </a:rPr>
                        <a:t>Instalación</a:t>
                      </a:r>
                      <a:r>
                        <a:rPr sz="1150" spc="-140" dirty="0">
                          <a:solidFill>
                            <a:srgbClr val="2A404F"/>
                          </a:solidFill>
                          <a:latin typeface="Tahoma"/>
                          <a:cs typeface="Tahoma"/>
                        </a:rPr>
                        <a:t> </a:t>
                      </a:r>
                      <a:r>
                        <a:rPr sz="1150" spc="60" dirty="0">
                          <a:solidFill>
                            <a:srgbClr val="2A404F"/>
                          </a:solidFill>
                          <a:latin typeface="Tahoma"/>
                          <a:cs typeface="Tahoma"/>
                        </a:rPr>
                        <a:t>desde</a:t>
                      </a:r>
                      <a:r>
                        <a:rPr sz="1150" spc="-114" dirty="0">
                          <a:solidFill>
                            <a:srgbClr val="2A404F"/>
                          </a:solidFill>
                          <a:latin typeface="Tahoma"/>
                          <a:cs typeface="Tahoma"/>
                        </a:rPr>
                        <a:t> </a:t>
                      </a:r>
                      <a:r>
                        <a:rPr sz="1150" spc="-70" dirty="0">
                          <a:solidFill>
                            <a:srgbClr val="2A404F"/>
                          </a:solidFill>
                          <a:latin typeface="Tahoma"/>
                          <a:cs typeface="Tahoma"/>
                        </a:rPr>
                        <a:t>UI</a:t>
                      </a:r>
                      <a:r>
                        <a:rPr sz="1150" spc="-145" dirty="0">
                          <a:solidFill>
                            <a:srgbClr val="2A404F"/>
                          </a:solidFill>
                          <a:latin typeface="Tahoma"/>
                          <a:cs typeface="Tahoma"/>
                        </a:rPr>
                        <a:t> </a:t>
                      </a:r>
                      <a:r>
                        <a:rPr sz="1150" dirty="0">
                          <a:solidFill>
                            <a:srgbClr val="2A404F"/>
                          </a:solidFill>
                          <a:latin typeface="Tahoma"/>
                          <a:cs typeface="Tahoma"/>
                        </a:rPr>
                        <a:t>o</a:t>
                      </a:r>
                      <a:r>
                        <a:rPr sz="1150" spc="-35" dirty="0">
                          <a:solidFill>
                            <a:srgbClr val="2A404F"/>
                          </a:solidFill>
                          <a:latin typeface="Tahoma"/>
                          <a:cs typeface="Tahoma"/>
                        </a:rPr>
                        <a:t> </a:t>
                      </a:r>
                      <a:r>
                        <a:rPr sz="1150" spc="-50" dirty="0">
                          <a:solidFill>
                            <a:srgbClr val="2A404F"/>
                          </a:solidFill>
                          <a:latin typeface="Tahoma"/>
                          <a:cs typeface="Tahoma"/>
                        </a:rPr>
                        <a:t>API</a:t>
                      </a:r>
                      <a:r>
                        <a:rPr sz="1150" spc="-155" dirty="0">
                          <a:solidFill>
                            <a:srgbClr val="2A404F"/>
                          </a:solidFill>
                          <a:latin typeface="Tahoma"/>
                          <a:cs typeface="Tahoma"/>
                        </a:rPr>
                        <a:t> </a:t>
                      </a:r>
                      <a:r>
                        <a:rPr sz="1150" dirty="0">
                          <a:solidFill>
                            <a:srgbClr val="2A404F"/>
                          </a:solidFill>
                          <a:latin typeface="Tahoma"/>
                          <a:cs typeface="Tahoma"/>
                        </a:rPr>
                        <a:t>sobre</a:t>
                      </a:r>
                      <a:r>
                        <a:rPr sz="1150" spc="-130" dirty="0">
                          <a:solidFill>
                            <a:srgbClr val="2A404F"/>
                          </a:solidFill>
                          <a:latin typeface="Tahoma"/>
                          <a:cs typeface="Tahoma"/>
                        </a:rPr>
                        <a:t> </a:t>
                      </a:r>
                      <a:r>
                        <a:rPr sz="1150" spc="-25" dirty="0">
                          <a:solidFill>
                            <a:srgbClr val="2A404F"/>
                          </a:solidFill>
                          <a:latin typeface="Tahoma"/>
                          <a:cs typeface="Tahoma"/>
                        </a:rPr>
                        <a:t>el</a:t>
                      </a:r>
                      <a:endParaRPr sz="1150">
                        <a:latin typeface="Tahoma"/>
                        <a:cs typeface="Tahoma"/>
                      </a:endParaRPr>
                    </a:p>
                    <a:p>
                      <a:pPr marL="158750">
                        <a:lnSpc>
                          <a:spcPct val="100000"/>
                        </a:lnSpc>
                        <a:spcBef>
                          <a:spcPts val="505"/>
                        </a:spcBef>
                      </a:pPr>
                      <a:r>
                        <a:rPr sz="1150" dirty="0">
                          <a:solidFill>
                            <a:srgbClr val="2A404F"/>
                          </a:solidFill>
                          <a:latin typeface="Tahoma"/>
                          <a:cs typeface="Tahoma"/>
                        </a:rPr>
                        <a:t>cluster</a:t>
                      </a:r>
                      <a:r>
                        <a:rPr sz="1150" spc="75" dirty="0">
                          <a:solidFill>
                            <a:srgbClr val="2A404F"/>
                          </a:solidFill>
                          <a:latin typeface="Tahoma"/>
                          <a:cs typeface="Tahoma"/>
                        </a:rPr>
                        <a:t> </a:t>
                      </a:r>
                      <a:r>
                        <a:rPr sz="1150" spc="55" dirty="0">
                          <a:solidFill>
                            <a:srgbClr val="2A404F"/>
                          </a:solidFill>
                          <a:latin typeface="Tahoma"/>
                          <a:cs typeface="Tahoma"/>
                        </a:rPr>
                        <a:t>completo</a:t>
                      </a:r>
                      <a:endParaRPr sz="1150">
                        <a:latin typeface="Tahoma"/>
                        <a:cs typeface="Tahoma"/>
                      </a:endParaRPr>
                    </a:p>
                  </a:txBody>
                  <a:tcPr marL="0" marR="0" marT="90170" marB="0">
                    <a:lnL w="9525">
                      <a:solidFill>
                        <a:srgbClr val="FFFAF5"/>
                      </a:solidFill>
                      <a:prstDash val="solid"/>
                    </a:lnL>
                    <a:lnR w="9525">
                      <a:solidFill>
                        <a:srgbClr val="FFFAF5"/>
                      </a:solidFill>
                      <a:prstDash val="solid"/>
                    </a:lnR>
                    <a:solidFill>
                      <a:srgbClr val="000000">
                        <a:alpha val="3921"/>
                      </a:srgbClr>
                    </a:solidFill>
                  </a:tcPr>
                </a:tc>
                <a:tc>
                  <a:txBody>
                    <a:bodyPr/>
                    <a:lstStyle/>
                    <a:p>
                      <a:pPr marL="154305">
                        <a:lnSpc>
                          <a:spcPct val="100000"/>
                        </a:lnSpc>
                        <a:spcBef>
                          <a:spcPts val="710"/>
                        </a:spcBef>
                      </a:pPr>
                      <a:r>
                        <a:rPr sz="1150" dirty="0">
                          <a:solidFill>
                            <a:srgbClr val="2A404F"/>
                          </a:solidFill>
                          <a:latin typeface="Tahoma"/>
                          <a:cs typeface="Tahoma"/>
                        </a:rPr>
                        <a:t>Permanente</a:t>
                      </a:r>
                      <a:r>
                        <a:rPr sz="1150" spc="-90" dirty="0">
                          <a:solidFill>
                            <a:srgbClr val="2A404F"/>
                          </a:solidFill>
                          <a:latin typeface="Tahoma"/>
                          <a:cs typeface="Tahoma"/>
                        </a:rPr>
                        <a:t> </a:t>
                      </a:r>
                      <a:r>
                        <a:rPr sz="1150" dirty="0">
                          <a:solidFill>
                            <a:srgbClr val="2A404F"/>
                          </a:solidFill>
                          <a:latin typeface="Tahoma"/>
                          <a:cs typeface="Tahoma"/>
                        </a:rPr>
                        <a:t>en</a:t>
                      </a:r>
                      <a:r>
                        <a:rPr sz="1150" spc="-65" dirty="0">
                          <a:solidFill>
                            <a:srgbClr val="2A404F"/>
                          </a:solidFill>
                          <a:latin typeface="Tahoma"/>
                          <a:cs typeface="Tahoma"/>
                        </a:rPr>
                        <a:t> </a:t>
                      </a:r>
                      <a:r>
                        <a:rPr sz="1150" dirty="0">
                          <a:solidFill>
                            <a:srgbClr val="2A404F"/>
                          </a:solidFill>
                          <a:latin typeface="Tahoma"/>
                          <a:cs typeface="Tahoma"/>
                        </a:rPr>
                        <a:t>el</a:t>
                      </a:r>
                      <a:r>
                        <a:rPr sz="1150" spc="-65" dirty="0">
                          <a:solidFill>
                            <a:srgbClr val="2A404F"/>
                          </a:solidFill>
                          <a:latin typeface="Tahoma"/>
                          <a:cs typeface="Tahoma"/>
                        </a:rPr>
                        <a:t> </a:t>
                      </a:r>
                      <a:r>
                        <a:rPr sz="1150" dirty="0">
                          <a:solidFill>
                            <a:srgbClr val="2A404F"/>
                          </a:solidFill>
                          <a:latin typeface="Tahoma"/>
                          <a:cs typeface="Tahoma"/>
                        </a:rPr>
                        <a:t>cluster</a:t>
                      </a:r>
                      <a:r>
                        <a:rPr sz="1150" spc="-75" dirty="0">
                          <a:solidFill>
                            <a:srgbClr val="2A404F"/>
                          </a:solidFill>
                          <a:latin typeface="Tahoma"/>
                          <a:cs typeface="Tahoma"/>
                        </a:rPr>
                        <a:t> </a:t>
                      </a:r>
                      <a:r>
                        <a:rPr sz="1150" spc="-10" dirty="0">
                          <a:solidFill>
                            <a:srgbClr val="2A404F"/>
                          </a:solidFill>
                          <a:latin typeface="Tahoma"/>
                          <a:cs typeface="Tahoma"/>
                        </a:rPr>
                        <a:t>(hasta</a:t>
                      </a:r>
                      <a:endParaRPr sz="1150">
                        <a:latin typeface="Tahoma"/>
                        <a:cs typeface="Tahoma"/>
                      </a:endParaRPr>
                    </a:p>
                    <a:p>
                      <a:pPr marL="154305">
                        <a:lnSpc>
                          <a:spcPct val="100000"/>
                        </a:lnSpc>
                        <a:spcBef>
                          <a:spcPts val="505"/>
                        </a:spcBef>
                      </a:pPr>
                      <a:r>
                        <a:rPr sz="1150" spc="50" dirty="0">
                          <a:solidFill>
                            <a:srgbClr val="2A404F"/>
                          </a:solidFill>
                          <a:latin typeface="Tahoma"/>
                          <a:cs typeface="Tahoma"/>
                        </a:rPr>
                        <a:t>reinicio</a:t>
                      </a:r>
                      <a:r>
                        <a:rPr sz="1150" spc="-185" dirty="0">
                          <a:solidFill>
                            <a:srgbClr val="2A404F"/>
                          </a:solidFill>
                          <a:latin typeface="Tahoma"/>
                          <a:cs typeface="Tahoma"/>
                        </a:rPr>
                        <a:t> </a:t>
                      </a:r>
                      <a:r>
                        <a:rPr sz="1150" dirty="0">
                          <a:solidFill>
                            <a:srgbClr val="2A404F"/>
                          </a:solidFill>
                          <a:latin typeface="Tahoma"/>
                          <a:cs typeface="Tahoma"/>
                        </a:rPr>
                        <a:t>o</a:t>
                      </a:r>
                      <a:r>
                        <a:rPr sz="1150" spc="-155" dirty="0">
                          <a:solidFill>
                            <a:srgbClr val="2A404F"/>
                          </a:solidFill>
                          <a:latin typeface="Tahoma"/>
                          <a:cs typeface="Tahoma"/>
                        </a:rPr>
                        <a:t> </a:t>
                      </a:r>
                      <a:r>
                        <a:rPr sz="1150" spc="-10" dirty="0">
                          <a:solidFill>
                            <a:srgbClr val="2A404F"/>
                          </a:solidFill>
                          <a:latin typeface="Tahoma"/>
                          <a:cs typeface="Tahoma"/>
                        </a:rPr>
                        <a:t>eliminación)</a:t>
                      </a:r>
                      <a:endParaRPr sz="1150">
                        <a:latin typeface="Tahoma"/>
                        <a:cs typeface="Tahoma"/>
                      </a:endParaRPr>
                    </a:p>
                  </a:txBody>
                  <a:tcPr marL="0" marR="0" marT="90170" marB="0">
                    <a:lnL w="9525">
                      <a:solidFill>
                        <a:srgbClr val="FFFAF5"/>
                      </a:solidFill>
                      <a:prstDash val="solid"/>
                    </a:lnL>
                    <a:lnR w="9525">
                      <a:solidFill>
                        <a:srgbClr val="FFFAF5"/>
                      </a:solidFill>
                      <a:prstDash val="solid"/>
                    </a:lnR>
                    <a:solidFill>
                      <a:srgbClr val="000000">
                        <a:alpha val="3921"/>
                      </a:srgbClr>
                    </a:solidFill>
                  </a:tcPr>
                </a:tc>
                <a:tc>
                  <a:txBody>
                    <a:bodyPr/>
                    <a:lstStyle/>
                    <a:p>
                      <a:pPr marL="156210">
                        <a:lnSpc>
                          <a:spcPct val="100000"/>
                        </a:lnSpc>
                        <a:spcBef>
                          <a:spcPts val="710"/>
                        </a:spcBef>
                      </a:pPr>
                      <a:r>
                        <a:rPr sz="1150" spc="35" dirty="0">
                          <a:solidFill>
                            <a:srgbClr val="2A404F"/>
                          </a:solidFill>
                          <a:latin typeface="Tahoma"/>
                          <a:cs typeface="Tahoma"/>
                        </a:rPr>
                        <a:t>Dependencias</a:t>
                      </a:r>
                      <a:endParaRPr sz="1150">
                        <a:latin typeface="Tahoma"/>
                        <a:cs typeface="Tahoma"/>
                      </a:endParaRPr>
                    </a:p>
                    <a:p>
                      <a:pPr marL="156210">
                        <a:lnSpc>
                          <a:spcPct val="100000"/>
                        </a:lnSpc>
                        <a:spcBef>
                          <a:spcPts val="505"/>
                        </a:spcBef>
                      </a:pPr>
                      <a:r>
                        <a:rPr sz="1150" spc="50" dirty="0">
                          <a:solidFill>
                            <a:srgbClr val="2A404F"/>
                          </a:solidFill>
                          <a:latin typeface="Tahoma"/>
                          <a:cs typeface="Tahoma"/>
                        </a:rPr>
                        <a:t>compartidas</a:t>
                      </a:r>
                      <a:r>
                        <a:rPr sz="1150" spc="-135" dirty="0">
                          <a:solidFill>
                            <a:srgbClr val="2A404F"/>
                          </a:solidFill>
                          <a:latin typeface="Tahoma"/>
                          <a:cs typeface="Tahoma"/>
                        </a:rPr>
                        <a:t> </a:t>
                      </a:r>
                      <a:r>
                        <a:rPr sz="1150" spc="-25" dirty="0">
                          <a:solidFill>
                            <a:srgbClr val="2A404F"/>
                          </a:solidFill>
                          <a:latin typeface="Tahoma"/>
                          <a:cs typeface="Tahoma"/>
                        </a:rPr>
                        <a:t>por</a:t>
                      </a:r>
                      <a:endParaRPr sz="1150">
                        <a:latin typeface="Tahoma"/>
                        <a:cs typeface="Tahoma"/>
                      </a:endParaRPr>
                    </a:p>
                    <a:p>
                      <a:pPr marL="156210">
                        <a:lnSpc>
                          <a:spcPct val="100000"/>
                        </a:lnSpc>
                        <a:spcBef>
                          <a:spcPts val="495"/>
                        </a:spcBef>
                      </a:pPr>
                      <a:r>
                        <a:rPr sz="1150" spc="65" dirty="0">
                          <a:solidFill>
                            <a:srgbClr val="2A404F"/>
                          </a:solidFill>
                          <a:latin typeface="Tahoma"/>
                          <a:cs typeface="Tahoma"/>
                        </a:rPr>
                        <a:t>todos</a:t>
                      </a:r>
                      <a:r>
                        <a:rPr sz="1150" spc="-170" dirty="0">
                          <a:solidFill>
                            <a:srgbClr val="2A404F"/>
                          </a:solidFill>
                          <a:latin typeface="Tahoma"/>
                          <a:cs typeface="Tahoma"/>
                        </a:rPr>
                        <a:t> </a:t>
                      </a:r>
                      <a:r>
                        <a:rPr sz="1150" spc="55" dirty="0">
                          <a:solidFill>
                            <a:srgbClr val="2A404F"/>
                          </a:solidFill>
                          <a:latin typeface="Tahoma"/>
                          <a:cs typeface="Tahoma"/>
                        </a:rPr>
                        <a:t>los</a:t>
                      </a:r>
                      <a:r>
                        <a:rPr sz="1150" spc="-185" dirty="0">
                          <a:solidFill>
                            <a:srgbClr val="2A404F"/>
                          </a:solidFill>
                          <a:latin typeface="Tahoma"/>
                          <a:cs typeface="Tahoma"/>
                        </a:rPr>
                        <a:t> </a:t>
                      </a:r>
                      <a:r>
                        <a:rPr sz="1150" spc="-10" dirty="0">
                          <a:solidFill>
                            <a:srgbClr val="2A404F"/>
                          </a:solidFill>
                          <a:latin typeface="Tahoma"/>
                          <a:cs typeface="Tahoma"/>
                        </a:rPr>
                        <a:t>usuarios</a:t>
                      </a:r>
                      <a:endParaRPr sz="1150">
                        <a:latin typeface="Tahoma"/>
                        <a:cs typeface="Tahoma"/>
                      </a:endParaRPr>
                    </a:p>
                  </a:txBody>
                  <a:tcPr marL="0" marR="0" marT="90170" marB="0">
                    <a:lnL w="9525">
                      <a:solidFill>
                        <a:srgbClr val="FFFAF5"/>
                      </a:solidFill>
                      <a:prstDash val="solid"/>
                    </a:lnL>
                    <a:lnR w="12700">
                      <a:solidFill>
                        <a:srgbClr val="7E7E7E"/>
                      </a:solidFill>
                      <a:prstDash val="solid"/>
                    </a:lnR>
                    <a:solidFill>
                      <a:srgbClr val="000000">
                        <a:alpha val="3921"/>
                      </a:srgbClr>
                    </a:solidFill>
                  </a:tcPr>
                </a:tc>
                <a:extLst>
                  <a:ext uri="{0D108BD9-81ED-4DB2-BD59-A6C34878D82A}">
                    <a16:rowId xmlns:a16="http://schemas.microsoft.com/office/drawing/2014/main" val="10001"/>
                  </a:ext>
                </a:extLst>
              </a:tr>
              <a:tr h="768985">
                <a:tc>
                  <a:txBody>
                    <a:bodyPr/>
                    <a:lstStyle/>
                    <a:p>
                      <a:pPr marL="154940">
                        <a:lnSpc>
                          <a:spcPct val="100000"/>
                        </a:lnSpc>
                        <a:spcBef>
                          <a:spcPts val="785"/>
                        </a:spcBef>
                      </a:pPr>
                      <a:r>
                        <a:rPr sz="1150" b="1" spc="-10" dirty="0">
                          <a:solidFill>
                            <a:srgbClr val="2A404F"/>
                          </a:solidFill>
                          <a:latin typeface="Trebuchet MS"/>
                          <a:cs typeface="Trebuchet MS"/>
                        </a:rPr>
                        <a:t>%pipenNotebook</a:t>
                      </a:r>
                      <a:endParaRPr sz="1150">
                        <a:latin typeface="Trebuchet MS"/>
                        <a:cs typeface="Trebuchet MS"/>
                      </a:endParaRPr>
                    </a:p>
                  </a:txBody>
                  <a:tcPr marL="0" marR="0" marT="99695" marB="0">
                    <a:lnL w="12700">
                      <a:solidFill>
                        <a:srgbClr val="7E7E7E"/>
                      </a:solidFill>
                      <a:prstDash val="solid"/>
                    </a:lnL>
                    <a:lnR w="9525">
                      <a:solidFill>
                        <a:srgbClr val="FFFAF5"/>
                      </a:solidFill>
                      <a:prstDash val="solid"/>
                    </a:lnR>
                    <a:solidFill>
                      <a:srgbClr val="FFFFFF">
                        <a:alpha val="3921"/>
                      </a:srgbClr>
                    </a:solidFill>
                  </a:tcPr>
                </a:tc>
                <a:tc>
                  <a:txBody>
                    <a:bodyPr/>
                    <a:lstStyle/>
                    <a:p>
                      <a:pPr marL="158750">
                        <a:lnSpc>
                          <a:spcPct val="100000"/>
                        </a:lnSpc>
                        <a:spcBef>
                          <a:spcPts val="785"/>
                        </a:spcBef>
                      </a:pPr>
                      <a:r>
                        <a:rPr sz="1150" dirty="0">
                          <a:solidFill>
                            <a:srgbClr val="2A404F"/>
                          </a:solidFill>
                          <a:latin typeface="Tahoma"/>
                          <a:cs typeface="Tahoma"/>
                        </a:rPr>
                        <a:t>Instalación</a:t>
                      </a:r>
                      <a:r>
                        <a:rPr sz="1150" spc="-75" dirty="0">
                          <a:solidFill>
                            <a:srgbClr val="2A404F"/>
                          </a:solidFill>
                          <a:latin typeface="Tahoma"/>
                          <a:cs typeface="Tahoma"/>
                        </a:rPr>
                        <a:t> </a:t>
                      </a:r>
                      <a:r>
                        <a:rPr sz="1150" dirty="0">
                          <a:solidFill>
                            <a:srgbClr val="2A404F"/>
                          </a:solidFill>
                          <a:latin typeface="Tahoma"/>
                          <a:cs typeface="Tahoma"/>
                        </a:rPr>
                        <a:t>a</a:t>
                      </a:r>
                      <a:r>
                        <a:rPr sz="1150" spc="-100" dirty="0">
                          <a:solidFill>
                            <a:srgbClr val="2A404F"/>
                          </a:solidFill>
                          <a:latin typeface="Tahoma"/>
                          <a:cs typeface="Tahoma"/>
                        </a:rPr>
                        <a:t> </a:t>
                      </a:r>
                      <a:r>
                        <a:rPr sz="1150" spc="-10" dirty="0">
                          <a:solidFill>
                            <a:srgbClr val="2A404F"/>
                          </a:solidFill>
                          <a:latin typeface="Tahoma"/>
                          <a:cs typeface="Tahoma"/>
                        </a:rPr>
                        <a:t>nivel</a:t>
                      </a:r>
                      <a:r>
                        <a:rPr sz="1150" spc="-85" dirty="0">
                          <a:solidFill>
                            <a:srgbClr val="2A404F"/>
                          </a:solidFill>
                          <a:latin typeface="Tahoma"/>
                          <a:cs typeface="Tahoma"/>
                        </a:rPr>
                        <a:t> </a:t>
                      </a:r>
                      <a:r>
                        <a:rPr sz="1150" dirty="0">
                          <a:solidFill>
                            <a:srgbClr val="2A404F"/>
                          </a:solidFill>
                          <a:latin typeface="Tahoma"/>
                          <a:cs typeface="Tahoma"/>
                        </a:rPr>
                        <a:t>de</a:t>
                      </a:r>
                      <a:r>
                        <a:rPr sz="1150" spc="5" dirty="0">
                          <a:solidFill>
                            <a:srgbClr val="2A404F"/>
                          </a:solidFill>
                          <a:latin typeface="Tahoma"/>
                          <a:cs typeface="Tahoma"/>
                        </a:rPr>
                        <a:t> </a:t>
                      </a:r>
                      <a:r>
                        <a:rPr sz="1150" dirty="0">
                          <a:solidFill>
                            <a:srgbClr val="2A404F"/>
                          </a:solidFill>
                          <a:latin typeface="Tahoma"/>
                          <a:cs typeface="Tahoma"/>
                        </a:rPr>
                        <a:t>sesión</a:t>
                      </a:r>
                      <a:r>
                        <a:rPr sz="1150" spc="-95" dirty="0">
                          <a:solidFill>
                            <a:srgbClr val="2A404F"/>
                          </a:solidFill>
                          <a:latin typeface="Tahoma"/>
                          <a:cs typeface="Tahoma"/>
                        </a:rPr>
                        <a:t> </a:t>
                      </a:r>
                      <a:r>
                        <a:rPr sz="1150" spc="35" dirty="0">
                          <a:solidFill>
                            <a:srgbClr val="2A404F"/>
                          </a:solidFill>
                          <a:latin typeface="Tahoma"/>
                          <a:cs typeface="Tahoma"/>
                        </a:rPr>
                        <a:t>con</a:t>
                      </a:r>
                      <a:endParaRPr sz="1150">
                        <a:latin typeface="Tahoma"/>
                        <a:cs typeface="Tahoma"/>
                      </a:endParaRPr>
                    </a:p>
                    <a:p>
                      <a:pPr marL="158750">
                        <a:lnSpc>
                          <a:spcPct val="100000"/>
                        </a:lnSpc>
                        <a:spcBef>
                          <a:spcPts val="600"/>
                        </a:spcBef>
                      </a:pPr>
                      <a:r>
                        <a:rPr sz="1150" dirty="0">
                          <a:solidFill>
                            <a:srgbClr val="2A404F"/>
                          </a:solidFill>
                          <a:latin typeface="Tahoma"/>
                          <a:cs typeface="Tahoma"/>
                        </a:rPr>
                        <a:t>%pip</a:t>
                      </a:r>
                      <a:r>
                        <a:rPr sz="1150" spc="85" dirty="0">
                          <a:solidFill>
                            <a:srgbClr val="2A404F"/>
                          </a:solidFill>
                          <a:latin typeface="Tahoma"/>
                          <a:cs typeface="Tahoma"/>
                        </a:rPr>
                        <a:t> </a:t>
                      </a:r>
                      <a:r>
                        <a:rPr sz="1150" spc="-10" dirty="0">
                          <a:solidFill>
                            <a:srgbClr val="2A404F"/>
                          </a:solidFill>
                          <a:latin typeface="Tahoma"/>
                          <a:cs typeface="Tahoma"/>
                        </a:rPr>
                        <a:t>install</a:t>
                      </a:r>
                      <a:endParaRPr sz="1150">
                        <a:latin typeface="Tahoma"/>
                        <a:cs typeface="Tahoma"/>
                      </a:endParaRPr>
                    </a:p>
                  </a:txBody>
                  <a:tcPr marL="0" marR="0" marT="99695" marB="0">
                    <a:lnL w="9525">
                      <a:solidFill>
                        <a:srgbClr val="FFFAF5"/>
                      </a:solidFill>
                      <a:prstDash val="solid"/>
                    </a:lnL>
                    <a:lnR w="9525">
                      <a:solidFill>
                        <a:srgbClr val="FFFAF5"/>
                      </a:solidFill>
                      <a:prstDash val="solid"/>
                    </a:lnR>
                    <a:solidFill>
                      <a:srgbClr val="F1F1F1">
                        <a:alpha val="14901"/>
                      </a:srgbClr>
                    </a:solidFill>
                  </a:tcPr>
                </a:tc>
                <a:tc>
                  <a:txBody>
                    <a:bodyPr/>
                    <a:lstStyle/>
                    <a:p>
                      <a:pPr marL="154305">
                        <a:lnSpc>
                          <a:spcPct val="100000"/>
                        </a:lnSpc>
                        <a:spcBef>
                          <a:spcPts val="635"/>
                        </a:spcBef>
                      </a:pPr>
                      <a:r>
                        <a:rPr sz="1150" spc="55" dirty="0">
                          <a:solidFill>
                            <a:srgbClr val="2A404F"/>
                          </a:solidFill>
                          <a:latin typeface="Tahoma"/>
                          <a:cs typeface="Tahoma"/>
                        </a:rPr>
                        <a:t>Solo</a:t>
                      </a:r>
                      <a:r>
                        <a:rPr sz="1150" spc="-30" dirty="0">
                          <a:solidFill>
                            <a:srgbClr val="2A404F"/>
                          </a:solidFill>
                          <a:latin typeface="Tahoma"/>
                          <a:cs typeface="Tahoma"/>
                        </a:rPr>
                        <a:t> </a:t>
                      </a:r>
                      <a:r>
                        <a:rPr sz="1150" dirty="0">
                          <a:solidFill>
                            <a:srgbClr val="2A404F"/>
                          </a:solidFill>
                          <a:latin typeface="Tahoma"/>
                          <a:cs typeface="Tahoma"/>
                        </a:rPr>
                        <a:t>durante</a:t>
                      </a:r>
                      <a:r>
                        <a:rPr sz="1150" spc="-110" dirty="0">
                          <a:solidFill>
                            <a:srgbClr val="2A404F"/>
                          </a:solidFill>
                          <a:latin typeface="Tahoma"/>
                          <a:cs typeface="Tahoma"/>
                        </a:rPr>
                        <a:t> </a:t>
                      </a:r>
                      <a:r>
                        <a:rPr sz="1150" dirty="0">
                          <a:solidFill>
                            <a:srgbClr val="2A404F"/>
                          </a:solidFill>
                          <a:latin typeface="Tahoma"/>
                          <a:cs typeface="Tahoma"/>
                        </a:rPr>
                        <a:t>la</a:t>
                      </a:r>
                      <a:r>
                        <a:rPr sz="1150" spc="-110" dirty="0">
                          <a:solidFill>
                            <a:srgbClr val="2A404F"/>
                          </a:solidFill>
                          <a:latin typeface="Tahoma"/>
                          <a:cs typeface="Tahoma"/>
                        </a:rPr>
                        <a:t> </a:t>
                      </a:r>
                      <a:r>
                        <a:rPr sz="1150" dirty="0">
                          <a:solidFill>
                            <a:srgbClr val="2A404F"/>
                          </a:solidFill>
                          <a:latin typeface="Tahoma"/>
                          <a:cs typeface="Tahoma"/>
                        </a:rPr>
                        <a:t>sesión</a:t>
                      </a:r>
                      <a:r>
                        <a:rPr sz="1150" spc="-114" dirty="0">
                          <a:solidFill>
                            <a:srgbClr val="2A404F"/>
                          </a:solidFill>
                          <a:latin typeface="Tahoma"/>
                          <a:cs typeface="Tahoma"/>
                        </a:rPr>
                        <a:t> </a:t>
                      </a:r>
                      <a:r>
                        <a:rPr sz="1150" spc="-10" dirty="0">
                          <a:solidFill>
                            <a:srgbClr val="2A404F"/>
                          </a:solidFill>
                          <a:latin typeface="Tahoma"/>
                          <a:cs typeface="Tahoma"/>
                        </a:rPr>
                        <a:t>activa,</a:t>
                      </a:r>
                      <a:endParaRPr sz="1150">
                        <a:latin typeface="Tahoma"/>
                        <a:cs typeface="Tahoma"/>
                      </a:endParaRPr>
                    </a:p>
                    <a:p>
                      <a:pPr marL="154305">
                        <a:lnSpc>
                          <a:spcPct val="100000"/>
                        </a:lnSpc>
                        <a:spcBef>
                          <a:spcPts val="505"/>
                        </a:spcBef>
                      </a:pPr>
                      <a:r>
                        <a:rPr sz="1150" dirty="0">
                          <a:solidFill>
                            <a:srgbClr val="2A404F"/>
                          </a:solidFill>
                          <a:latin typeface="Tahoma"/>
                          <a:cs typeface="Tahoma"/>
                        </a:rPr>
                        <a:t>reinicia</a:t>
                      </a:r>
                      <a:r>
                        <a:rPr sz="1150" spc="-20" dirty="0">
                          <a:solidFill>
                            <a:srgbClr val="2A404F"/>
                          </a:solidFill>
                          <a:latin typeface="Tahoma"/>
                          <a:cs typeface="Tahoma"/>
                        </a:rPr>
                        <a:t> </a:t>
                      </a:r>
                      <a:r>
                        <a:rPr sz="1150" dirty="0">
                          <a:solidFill>
                            <a:srgbClr val="2A404F"/>
                          </a:solidFill>
                          <a:latin typeface="Tahoma"/>
                          <a:cs typeface="Tahoma"/>
                        </a:rPr>
                        <a:t>el</a:t>
                      </a:r>
                      <a:r>
                        <a:rPr sz="1150" spc="5" dirty="0">
                          <a:solidFill>
                            <a:srgbClr val="2A404F"/>
                          </a:solidFill>
                          <a:latin typeface="Tahoma"/>
                          <a:cs typeface="Tahoma"/>
                        </a:rPr>
                        <a:t> </a:t>
                      </a:r>
                      <a:r>
                        <a:rPr sz="1150" dirty="0">
                          <a:solidFill>
                            <a:srgbClr val="2A404F"/>
                          </a:solidFill>
                          <a:latin typeface="Tahoma"/>
                          <a:cs typeface="Tahoma"/>
                        </a:rPr>
                        <a:t>intérprete</a:t>
                      </a:r>
                      <a:r>
                        <a:rPr sz="1150" spc="-30" dirty="0">
                          <a:solidFill>
                            <a:srgbClr val="2A404F"/>
                          </a:solidFill>
                          <a:latin typeface="Tahoma"/>
                          <a:cs typeface="Tahoma"/>
                        </a:rPr>
                        <a:t> </a:t>
                      </a:r>
                      <a:r>
                        <a:rPr sz="1150" spc="-10" dirty="0">
                          <a:solidFill>
                            <a:srgbClr val="2A404F"/>
                          </a:solidFill>
                          <a:latin typeface="Tahoma"/>
                          <a:cs typeface="Tahoma"/>
                        </a:rPr>
                        <a:t>Python</a:t>
                      </a:r>
                      <a:endParaRPr sz="1150">
                        <a:latin typeface="Tahoma"/>
                        <a:cs typeface="Tahoma"/>
                      </a:endParaRPr>
                    </a:p>
                  </a:txBody>
                  <a:tcPr marL="0" marR="0" marT="80645" marB="0">
                    <a:lnL w="9525">
                      <a:solidFill>
                        <a:srgbClr val="FFFAF5"/>
                      </a:solidFill>
                      <a:prstDash val="solid"/>
                    </a:lnL>
                    <a:lnR w="9525">
                      <a:solidFill>
                        <a:srgbClr val="FFFAF5"/>
                      </a:solidFill>
                      <a:prstDash val="solid"/>
                    </a:lnR>
                    <a:solidFill>
                      <a:srgbClr val="FFFFFF">
                        <a:alpha val="3921"/>
                      </a:srgbClr>
                    </a:solidFill>
                  </a:tcPr>
                </a:tc>
                <a:tc>
                  <a:txBody>
                    <a:bodyPr/>
                    <a:lstStyle/>
                    <a:p>
                      <a:pPr marL="156210" marR="967740">
                        <a:lnSpc>
                          <a:spcPct val="139100"/>
                        </a:lnSpc>
                        <a:spcBef>
                          <a:spcPts val="95"/>
                        </a:spcBef>
                      </a:pPr>
                      <a:r>
                        <a:rPr sz="1150" spc="50" dirty="0">
                          <a:solidFill>
                            <a:srgbClr val="2A404F"/>
                          </a:solidFill>
                          <a:latin typeface="Tahoma"/>
                          <a:cs typeface="Tahoma"/>
                        </a:rPr>
                        <a:t>Prototipado</a:t>
                      </a:r>
                      <a:r>
                        <a:rPr sz="1150" spc="-130" dirty="0">
                          <a:solidFill>
                            <a:srgbClr val="2A404F"/>
                          </a:solidFill>
                          <a:latin typeface="Tahoma"/>
                          <a:cs typeface="Tahoma"/>
                        </a:rPr>
                        <a:t> </a:t>
                      </a:r>
                      <a:r>
                        <a:rPr sz="1150" spc="-50" dirty="0">
                          <a:solidFill>
                            <a:srgbClr val="2A404F"/>
                          </a:solidFill>
                          <a:latin typeface="Tahoma"/>
                          <a:cs typeface="Tahoma"/>
                        </a:rPr>
                        <a:t>y </a:t>
                      </a:r>
                      <a:r>
                        <a:rPr sz="1150" spc="-10" dirty="0">
                          <a:solidFill>
                            <a:srgbClr val="2A404F"/>
                          </a:solidFill>
                          <a:latin typeface="Tahoma"/>
                          <a:cs typeface="Tahoma"/>
                        </a:rPr>
                        <a:t>desarrollo exploratorio</a:t>
                      </a:r>
                      <a:endParaRPr sz="1150">
                        <a:latin typeface="Tahoma"/>
                        <a:cs typeface="Tahoma"/>
                      </a:endParaRPr>
                    </a:p>
                  </a:txBody>
                  <a:tcPr marL="0" marR="0" marT="12065" marB="0">
                    <a:lnL w="9525">
                      <a:solidFill>
                        <a:srgbClr val="FFFAF5"/>
                      </a:solidFill>
                      <a:prstDash val="solid"/>
                    </a:lnL>
                    <a:lnR w="12700">
                      <a:solidFill>
                        <a:srgbClr val="7E7E7E"/>
                      </a:solidFill>
                      <a:prstDash val="solid"/>
                    </a:lnR>
                    <a:solidFill>
                      <a:srgbClr val="FFFFFF">
                        <a:alpha val="3921"/>
                      </a:srgbClr>
                    </a:solidFill>
                  </a:tcPr>
                </a:tc>
                <a:extLst>
                  <a:ext uri="{0D108BD9-81ED-4DB2-BD59-A6C34878D82A}">
                    <a16:rowId xmlns:a16="http://schemas.microsoft.com/office/drawing/2014/main" val="10002"/>
                  </a:ext>
                </a:extLst>
              </a:tr>
              <a:tr h="781050">
                <a:tc>
                  <a:txBody>
                    <a:bodyPr/>
                    <a:lstStyle/>
                    <a:p>
                      <a:pPr marL="154940">
                        <a:lnSpc>
                          <a:spcPct val="100000"/>
                        </a:lnSpc>
                        <a:spcBef>
                          <a:spcPts val="860"/>
                        </a:spcBef>
                      </a:pPr>
                      <a:r>
                        <a:rPr sz="1150" b="1" spc="-10" dirty="0">
                          <a:solidFill>
                            <a:srgbClr val="2A404F"/>
                          </a:solidFill>
                          <a:latin typeface="Trebuchet MS"/>
                          <a:cs typeface="Trebuchet MS"/>
                        </a:rPr>
                        <a:t>InitScripts</a:t>
                      </a:r>
                      <a:endParaRPr sz="1150">
                        <a:latin typeface="Trebuchet MS"/>
                        <a:cs typeface="Trebuchet MS"/>
                      </a:endParaRPr>
                    </a:p>
                  </a:txBody>
                  <a:tcPr marL="0" marR="0" marT="109220" marB="0">
                    <a:lnL w="12700">
                      <a:solidFill>
                        <a:srgbClr val="7E7E7E"/>
                      </a:solidFill>
                      <a:prstDash val="solid"/>
                    </a:lnL>
                    <a:lnR w="9525">
                      <a:solidFill>
                        <a:srgbClr val="FFFAF5"/>
                      </a:solidFill>
                      <a:prstDash val="solid"/>
                    </a:lnR>
                    <a:lnB w="12700">
                      <a:solidFill>
                        <a:srgbClr val="7E7E7E"/>
                      </a:solidFill>
                      <a:prstDash val="solid"/>
                    </a:lnB>
                    <a:solidFill>
                      <a:srgbClr val="F3F3F3"/>
                    </a:solidFill>
                  </a:tcPr>
                </a:tc>
                <a:tc>
                  <a:txBody>
                    <a:bodyPr/>
                    <a:lstStyle/>
                    <a:p>
                      <a:pPr marL="158750" marR="546100">
                        <a:lnSpc>
                          <a:spcPct val="136500"/>
                        </a:lnSpc>
                        <a:spcBef>
                          <a:spcPts val="210"/>
                        </a:spcBef>
                      </a:pPr>
                      <a:r>
                        <a:rPr sz="1150" spc="50" dirty="0">
                          <a:solidFill>
                            <a:srgbClr val="2A404F"/>
                          </a:solidFill>
                          <a:latin typeface="Tahoma"/>
                          <a:cs typeface="Tahoma"/>
                        </a:rPr>
                        <a:t>Scripts</a:t>
                      </a:r>
                      <a:r>
                        <a:rPr sz="1150" spc="5" dirty="0">
                          <a:solidFill>
                            <a:srgbClr val="2A404F"/>
                          </a:solidFill>
                          <a:latin typeface="Tahoma"/>
                          <a:cs typeface="Tahoma"/>
                        </a:rPr>
                        <a:t> </a:t>
                      </a:r>
                      <a:r>
                        <a:rPr sz="1150" dirty="0">
                          <a:solidFill>
                            <a:srgbClr val="2A404F"/>
                          </a:solidFill>
                          <a:latin typeface="Tahoma"/>
                          <a:cs typeface="Tahoma"/>
                        </a:rPr>
                        <a:t>shell</a:t>
                      </a:r>
                      <a:r>
                        <a:rPr sz="1150" spc="-110" dirty="0">
                          <a:solidFill>
                            <a:srgbClr val="2A404F"/>
                          </a:solidFill>
                          <a:latin typeface="Tahoma"/>
                          <a:cs typeface="Tahoma"/>
                        </a:rPr>
                        <a:t> </a:t>
                      </a:r>
                      <a:r>
                        <a:rPr sz="1150" dirty="0">
                          <a:solidFill>
                            <a:srgbClr val="2A404F"/>
                          </a:solidFill>
                          <a:latin typeface="Tahoma"/>
                          <a:cs typeface="Tahoma"/>
                        </a:rPr>
                        <a:t>ejecutados</a:t>
                      </a:r>
                      <a:r>
                        <a:rPr sz="1150" spc="-120" dirty="0">
                          <a:solidFill>
                            <a:srgbClr val="2A404F"/>
                          </a:solidFill>
                          <a:latin typeface="Tahoma"/>
                          <a:cs typeface="Tahoma"/>
                        </a:rPr>
                        <a:t> </a:t>
                      </a:r>
                      <a:r>
                        <a:rPr sz="1150" dirty="0">
                          <a:solidFill>
                            <a:srgbClr val="2A404F"/>
                          </a:solidFill>
                          <a:latin typeface="Tahoma"/>
                          <a:cs typeface="Tahoma"/>
                        </a:rPr>
                        <a:t>al</a:t>
                      </a:r>
                      <a:r>
                        <a:rPr sz="1150" spc="-85" dirty="0">
                          <a:solidFill>
                            <a:srgbClr val="2A404F"/>
                          </a:solidFill>
                          <a:latin typeface="Tahoma"/>
                          <a:cs typeface="Tahoma"/>
                        </a:rPr>
                        <a:t> </a:t>
                      </a:r>
                      <a:r>
                        <a:rPr sz="1150" spc="65" dirty="0">
                          <a:solidFill>
                            <a:srgbClr val="2A404F"/>
                          </a:solidFill>
                          <a:latin typeface="Tahoma"/>
                          <a:cs typeface="Tahoma"/>
                        </a:rPr>
                        <a:t>inicio</a:t>
                      </a:r>
                      <a:r>
                        <a:rPr sz="1150" spc="25" dirty="0">
                          <a:solidFill>
                            <a:srgbClr val="2A404F"/>
                          </a:solidFill>
                          <a:latin typeface="Tahoma"/>
                          <a:cs typeface="Tahoma"/>
                        </a:rPr>
                        <a:t> </a:t>
                      </a:r>
                      <a:r>
                        <a:rPr sz="1150" spc="-25" dirty="0">
                          <a:solidFill>
                            <a:srgbClr val="2A404F"/>
                          </a:solidFill>
                          <a:latin typeface="Tahoma"/>
                          <a:cs typeface="Tahoma"/>
                        </a:rPr>
                        <a:t>del </a:t>
                      </a:r>
                      <a:r>
                        <a:rPr sz="1150" spc="-10" dirty="0">
                          <a:solidFill>
                            <a:srgbClr val="2A404F"/>
                          </a:solidFill>
                          <a:latin typeface="Tahoma"/>
                          <a:cs typeface="Tahoma"/>
                        </a:rPr>
                        <a:t>cluster</a:t>
                      </a:r>
                      <a:endParaRPr sz="1150">
                        <a:latin typeface="Tahoma"/>
                        <a:cs typeface="Tahoma"/>
                      </a:endParaRPr>
                    </a:p>
                  </a:txBody>
                  <a:tcPr marL="0" marR="0" marT="26670" marB="0">
                    <a:lnL w="9525">
                      <a:solidFill>
                        <a:srgbClr val="FFFAF5"/>
                      </a:solidFill>
                      <a:prstDash val="solid"/>
                    </a:lnL>
                    <a:lnR w="9525">
                      <a:solidFill>
                        <a:srgbClr val="FFFAF5"/>
                      </a:solidFill>
                      <a:prstDash val="solid"/>
                    </a:lnR>
                    <a:lnB w="12700">
                      <a:solidFill>
                        <a:srgbClr val="7E7E7E"/>
                      </a:solidFill>
                      <a:prstDash val="solid"/>
                    </a:lnB>
                    <a:solidFill>
                      <a:srgbClr val="F3F3F3"/>
                    </a:solidFill>
                  </a:tcPr>
                </a:tc>
                <a:tc>
                  <a:txBody>
                    <a:bodyPr/>
                    <a:lstStyle/>
                    <a:p>
                      <a:pPr marL="154305" marR="989965">
                        <a:lnSpc>
                          <a:spcPct val="136500"/>
                        </a:lnSpc>
                        <a:spcBef>
                          <a:spcPts val="210"/>
                        </a:spcBef>
                      </a:pPr>
                      <a:r>
                        <a:rPr sz="1150" spc="-10" dirty="0">
                          <a:solidFill>
                            <a:srgbClr val="2A404F"/>
                          </a:solidFill>
                          <a:latin typeface="Tahoma"/>
                          <a:cs typeface="Tahoma"/>
                        </a:rPr>
                        <a:t>Permanente,</a:t>
                      </a:r>
                      <a:r>
                        <a:rPr sz="1150" spc="-110" dirty="0">
                          <a:solidFill>
                            <a:srgbClr val="2A404F"/>
                          </a:solidFill>
                          <a:latin typeface="Tahoma"/>
                          <a:cs typeface="Tahoma"/>
                        </a:rPr>
                        <a:t> </a:t>
                      </a:r>
                      <a:r>
                        <a:rPr sz="1150" dirty="0">
                          <a:solidFill>
                            <a:srgbClr val="2A404F"/>
                          </a:solidFill>
                          <a:latin typeface="Tahoma"/>
                          <a:cs typeface="Tahoma"/>
                        </a:rPr>
                        <a:t>corre</a:t>
                      </a:r>
                      <a:r>
                        <a:rPr sz="1150" spc="-75" dirty="0">
                          <a:solidFill>
                            <a:srgbClr val="2A404F"/>
                          </a:solidFill>
                          <a:latin typeface="Tahoma"/>
                          <a:cs typeface="Tahoma"/>
                        </a:rPr>
                        <a:t> </a:t>
                      </a:r>
                      <a:r>
                        <a:rPr sz="1150" dirty="0">
                          <a:solidFill>
                            <a:srgbClr val="2A404F"/>
                          </a:solidFill>
                          <a:latin typeface="Tahoma"/>
                          <a:cs typeface="Tahoma"/>
                        </a:rPr>
                        <a:t>en</a:t>
                      </a:r>
                      <a:r>
                        <a:rPr sz="1150" spc="-70" dirty="0">
                          <a:solidFill>
                            <a:srgbClr val="2A404F"/>
                          </a:solidFill>
                          <a:latin typeface="Tahoma"/>
                          <a:cs typeface="Tahoma"/>
                        </a:rPr>
                        <a:t> </a:t>
                      </a:r>
                      <a:r>
                        <a:rPr sz="1150" spc="-20" dirty="0">
                          <a:solidFill>
                            <a:srgbClr val="2A404F"/>
                          </a:solidFill>
                          <a:latin typeface="Tahoma"/>
                          <a:cs typeface="Tahoma"/>
                        </a:rPr>
                        <a:t>cada </a:t>
                      </a:r>
                      <a:r>
                        <a:rPr sz="1150" spc="-10" dirty="0">
                          <a:solidFill>
                            <a:srgbClr val="2A404F"/>
                          </a:solidFill>
                          <a:latin typeface="Tahoma"/>
                          <a:cs typeface="Tahoma"/>
                        </a:rPr>
                        <a:t>arranque</a:t>
                      </a:r>
                      <a:r>
                        <a:rPr sz="1150" spc="-125" dirty="0">
                          <a:solidFill>
                            <a:srgbClr val="2A404F"/>
                          </a:solidFill>
                          <a:latin typeface="Tahoma"/>
                          <a:cs typeface="Tahoma"/>
                        </a:rPr>
                        <a:t> </a:t>
                      </a:r>
                      <a:r>
                        <a:rPr sz="1150" dirty="0">
                          <a:solidFill>
                            <a:srgbClr val="2A404F"/>
                          </a:solidFill>
                          <a:latin typeface="Tahoma"/>
                          <a:cs typeface="Tahoma"/>
                        </a:rPr>
                        <a:t>del</a:t>
                      </a:r>
                      <a:r>
                        <a:rPr sz="1150" spc="-30" dirty="0">
                          <a:solidFill>
                            <a:srgbClr val="2A404F"/>
                          </a:solidFill>
                          <a:latin typeface="Tahoma"/>
                          <a:cs typeface="Tahoma"/>
                        </a:rPr>
                        <a:t> </a:t>
                      </a:r>
                      <a:r>
                        <a:rPr sz="1150" spc="-10" dirty="0">
                          <a:solidFill>
                            <a:srgbClr val="2A404F"/>
                          </a:solidFill>
                          <a:latin typeface="Tahoma"/>
                          <a:cs typeface="Tahoma"/>
                        </a:rPr>
                        <a:t>cluster</a:t>
                      </a:r>
                      <a:endParaRPr sz="1150">
                        <a:latin typeface="Tahoma"/>
                        <a:cs typeface="Tahoma"/>
                      </a:endParaRPr>
                    </a:p>
                  </a:txBody>
                  <a:tcPr marL="0" marR="0" marT="26670" marB="0">
                    <a:lnL w="9525">
                      <a:solidFill>
                        <a:srgbClr val="FFFAF5"/>
                      </a:solidFill>
                      <a:prstDash val="solid"/>
                    </a:lnL>
                    <a:lnR w="9525">
                      <a:solidFill>
                        <a:srgbClr val="FFFAF5"/>
                      </a:solidFill>
                      <a:prstDash val="solid"/>
                    </a:lnR>
                    <a:lnB w="12700">
                      <a:solidFill>
                        <a:srgbClr val="7E7E7E"/>
                      </a:solidFill>
                      <a:prstDash val="solid"/>
                    </a:lnB>
                    <a:solidFill>
                      <a:srgbClr val="F3F3F3"/>
                    </a:solidFill>
                  </a:tcPr>
                </a:tc>
                <a:tc>
                  <a:txBody>
                    <a:bodyPr/>
                    <a:lstStyle/>
                    <a:p>
                      <a:pPr marL="156210" marR="543560">
                        <a:lnSpc>
                          <a:spcPct val="136100"/>
                        </a:lnSpc>
                        <a:spcBef>
                          <a:spcPts val="215"/>
                        </a:spcBef>
                      </a:pPr>
                      <a:r>
                        <a:rPr sz="1150" dirty="0">
                          <a:solidFill>
                            <a:srgbClr val="2A404F"/>
                          </a:solidFill>
                          <a:latin typeface="Tahoma"/>
                          <a:cs typeface="Tahoma"/>
                        </a:rPr>
                        <a:t>Software</a:t>
                      </a:r>
                      <a:r>
                        <a:rPr sz="1150" spc="-130" dirty="0">
                          <a:solidFill>
                            <a:srgbClr val="2A404F"/>
                          </a:solidFill>
                          <a:latin typeface="Tahoma"/>
                          <a:cs typeface="Tahoma"/>
                        </a:rPr>
                        <a:t> </a:t>
                      </a:r>
                      <a:r>
                        <a:rPr sz="1150" dirty="0">
                          <a:solidFill>
                            <a:srgbClr val="2A404F"/>
                          </a:solidFill>
                          <a:latin typeface="Tahoma"/>
                          <a:cs typeface="Tahoma"/>
                        </a:rPr>
                        <a:t>de</a:t>
                      </a:r>
                      <a:r>
                        <a:rPr sz="1150" spc="-45" dirty="0">
                          <a:solidFill>
                            <a:srgbClr val="2A404F"/>
                          </a:solidFill>
                          <a:latin typeface="Tahoma"/>
                          <a:cs typeface="Tahoma"/>
                        </a:rPr>
                        <a:t> </a:t>
                      </a:r>
                      <a:r>
                        <a:rPr sz="1150" spc="-10" dirty="0">
                          <a:solidFill>
                            <a:srgbClr val="2A404F"/>
                          </a:solidFill>
                          <a:latin typeface="Tahoma"/>
                          <a:cs typeface="Tahoma"/>
                        </a:rPr>
                        <a:t>sistema, configuraciones complejas</a:t>
                      </a:r>
                      <a:endParaRPr sz="1150">
                        <a:latin typeface="Tahoma"/>
                        <a:cs typeface="Tahoma"/>
                      </a:endParaRPr>
                    </a:p>
                  </a:txBody>
                  <a:tcPr marL="0" marR="0" marT="27305" marB="0">
                    <a:lnL w="9525">
                      <a:solidFill>
                        <a:srgbClr val="FFFAF5"/>
                      </a:solidFill>
                      <a:prstDash val="solid"/>
                    </a:lnL>
                    <a:lnR w="12700">
                      <a:solidFill>
                        <a:srgbClr val="7E7E7E"/>
                      </a:solidFill>
                      <a:prstDash val="solid"/>
                    </a:lnR>
                    <a:lnB w="12700">
                      <a:solidFill>
                        <a:srgbClr val="7E7E7E"/>
                      </a:solidFill>
                      <a:prstDash val="solid"/>
                    </a:lnB>
                    <a:solidFill>
                      <a:srgbClr val="F3F3F3"/>
                    </a:solidFill>
                  </a:tcPr>
                </a:tc>
                <a:extLst>
                  <a:ext uri="{0D108BD9-81ED-4DB2-BD59-A6C34878D82A}">
                    <a16:rowId xmlns:a16="http://schemas.microsoft.com/office/drawing/2014/main" val="10003"/>
                  </a:ext>
                </a:extLst>
              </a:tr>
            </a:tbl>
          </a:graphicData>
        </a:graphic>
      </p:graphicFrame>
      <p:grpSp>
        <p:nvGrpSpPr>
          <p:cNvPr id="5" name="object 5"/>
          <p:cNvGrpSpPr/>
          <p:nvPr/>
        </p:nvGrpSpPr>
        <p:grpSpPr>
          <a:xfrm>
            <a:off x="574357" y="4791202"/>
            <a:ext cx="10229850" cy="895350"/>
            <a:chOff x="574357" y="4791202"/>
            <a:chExt cx="10229850" cy="895350"/>
          </a:xfrm>
        </p:grpSpPr>
        <p:sp>
          <p:nvSpPr>
            <p:cNvPr id="6" name="object 6"/>
            <p:cNvSpPr/>
            <p:nvPr/>
          </p:nvSpPr>
          <p:spPr>
            <a:xfrm>
              <a:off x="574357" y="4791202"/>
              <a:ext cx="10229850" cy="895350"/>
            </a:xfrm>
            <a:custGeom>
              <a:avLst/>
              <a:gdLst/>
              <a:ahLst/>
              <a:cxnLst/>
              <a:rect l="l" t="t" r="r" b="b"/>
              <a:pathLst>
                <a:path w="10229850" h="895350">
                  <a:moveTo>
                    <a:pt x="10213530" y="0"/>
                  </a:moveTo>
                  <a:lnTo>
                    <a:pt x="16268" y="0"/>
                  </a:lnTo>
                  <a:lnTo>
                    <a:pt x="0" y="16256"/>
                  </a:lnTo>
                  <a:lnTo>
                    <a:pt x="0" y="879081"/>
                  </a:lnTo>
                  <a:lnTo>
                    <a:pt x="13868" y="894867"/>
                  </a:lnTo>
                  <a:lnTo>
                    <a:pt x="16268" y="895350"/>
                  </a:lnTo>
                  <a:lnTo>
                    <a:pt x="10213530" y="895350"/>
                  </a:lnTo>
                  <a:lnTo>
                    <a:pt x="10215943" y="894867"/>
                  </a:lnTo>
                  <a:lnTo>
                    <a:pt x="10229786" y="879081"/>
                  </a:lnTo>
                  <a:lnTo>
                    <a:pt x="10229786" y="16256"/>
                  </a:lnTo>
                  <a:lnTo>
                    <a:pt x="10213530" y="0"/>
                  </a:lnTo>
                  <a:close/>
                </a:path>
              </a:pathLst>
            </a:custGeom>
            <a:solidFill>
              <a:srgbClr val="C7DDE8"/>
            </a:solidFill>
          </p:spPr>
          <p:txBody>
            <a:bodyPr wrap="square" lIns="0" tIns="0" rIns="0" bIns="0" rtlCol="0"/>
            <a:lstStyle/>
            <a:p>
              <a:endParaRPr/>
            </a:p>
          </p:txBody>
        </p:sp>
        <p:pic>
          <p:nvPicPr>
            <p:cNvPr id="7" name="object 7"/>
            <p:cNvPicPr/>
            <p:nvPr/>
          </p:nvPicPr>
          <p:blipFill>
            <a:blip r:embed="rId2" cstate="print"/>
            <a:stretch>
              <a:fillRect/>
            </a:stretch>
          </p:blipFill>
          <p:spPr>
            <a:xfrm>
              <a:off x="804087" y="5038648"/>
              <a:ext cx="131267" cy="131267"/>
            </a:xfrm>
            <a:prstGeom prst="rect">
              <a:avLst/>
            </a:prstGeom>
          </p:spPr>
        </p:pic>
      </p:grpSp>
      <p:sp>
        <p:nvSpPr>
          <p:cNvPr id="8" name="object 8"/>
          <p:cNvSpPr txBox="1"/>
          <p:nvPr/>
        </p:nvSpPr>
        <p:spPr>
          <a:xfrm>
            <a:off x="1164742" y="4937810"/>
            <a:ext cx="8486140" cy="504190"/>
          </a:xfrm>
          <a:prstGeom prst="rect">
            <a:avLst/>
          </a:prstGeom>
        </p:spPr>
        <p:txBody>
          <a:bodyPr vert="horz" wrap="square" lIns="0" tIns="12700" rIns="0" bIns="0" rtlCol="0">
            <a:spAutoFit/>
          </a:bodyPr>
          <a:lstStyle/>
          <a:p>
            <a:pPr marL="12700" marR="5080">
              <a:lnSpc>
                <a:spcPct val="136500"/>
              </a:lnSpc>
              <a:spcBef>
                <a:spcPts val="100"/>
              </a:spcBef>
            </a:pPr>
            <a:r>
              <a:rPr sz="1150" b="1" spc="-60" dirty="0">
                <a:solidFill>
                  <a:srgbClr val="2B404F"/>
                </a:solidFill>
                <a:latin typeface="Trebuchet MS"/>
                <a:cs typeface="Trebuchet MS"/>
              </a:rPr>
              <a:t>Antipatrón</a:t>
            </a:r>
            <a:r>
              <a:rPr sz="1150" b="1" spc="-110" dirty="0">
                <a:solidFill>
                  <a:srgbClr val="2B404F"/>
                </a:solidFill>
                <a:latin typeface="Trebuchet MS"/>
                <a:cs typeface="Trebuchet MS"/>
              </a:rPr>
              <a:t> </a:t>
            </a:r>
            <a:r>
              <a:rPr sz="1150" b="1" spc="-55" dirty="0">
                <a:solidFill>
                  <a:srgbClr val="2B404F"/>
                </a:solidFill>
                <a:latin typeface="Trebuchet MS"/>
                <a:cs typeface="Trebuchet MS"/>
              </a:rPr>
              <a:t>en</a:t>
            </a:r>
            <a:r>
              <a:rPr sz="1150" b="1" spc="-195" dirty="0">
                <a:solidFill>
                  <a:srgbClr val="2B404F"/>
                </a:solidFill>
                <a:latin typeface="Trebuchet MS"/>
                <a:cs typeface="Trebuchet MS"/>
              </a:rPr>
              <a:t> </a:t>
            </a:r>
            <a:r>
              <a:rPr sz="1150" b="1" spc="-40" dirty="0">
                <a:solidFill>
                  <a:srgbClr val="2B404F"/>
                </a:solidFill>
                <a:latin typeface="Trebuchet MS"/>
                <a:cs typeface="Trebuchet MS"/>
              </a:rPr>
              <a:t>producción:</a:t>
            </a:r>
            <a:r>
              <a:rPr sz="1150" b="1" spc="-150" dirty="0">
                <a:solidFill>
                  <a:srgbClr val="2B404F"/>
                </a:solidFill>
                <a:latin typeface="Trebuchet MS"/>
                <a:cs typeface="Trebuchet MS"/>
              </a:rPr>
              <a:t> </a:t>
            </a:r>
            <a:r>
              <a:rPr sz="1150" dirty="0">
                <a:solidFill>
                  <a:srgbClr val="2B404F"/>
                </a:solidFill>
                <a:latin typeface="Tahoma"/>
                <a:cs typeface="Tahoma"/>
              </a:rPr>
              <a:t>Usar</a:t>
            </a:r>
            <a:r>
              <a:rPr sz="1150" spc="-50" dirty="0">
                <a:solidFill>
                  <a:srgbClr val="2B404F"/>
                </a:solidFill>
                <a:latin typeface="Tahoma"/>
                <a:cs typeface="Tahoma"/>
              </a:rPr>
              <a:t> %pip</a:t>
            </a:r>
            <a:r>
              <a:rPr sz="1150" spc="-60" dirty="0">
                <a:solidFill>
                  <a:srgbClr val="2B404F"/>
                </a:solidFill>
                <a:latin typeface="Tahoma"/>
                <a:cs typeface="Tahoma"/>
              </a:rPr>
              <a:t> </a:t>
            </a:r>
            <a:r>
              <a:rPr sz="1150" dirty="0">
                <a:solidFill>
                  <a:srgbClr val="2B404F"/>
                </a:solidFill>
                <a:latin typeface="Tahoma"/>
                <a:cs typeface="Tahoma"/>
              </a:rPr>
              <a:t>install</a:t>
            </a:r>
            <a:r>
              <a:rPr sz="1150" spc="-70" dirty="0">
                <a:solidFill>
                  <a:srgbClr val="2B404F"/>
                </a:solidFill>
                <a:latin typeface="Tahoma"/>
                <a:cs typeface="Tahoma"/>
              </a:rPr>
              <a:t> </a:t>
            </a:r>
            <a:r>
              <a:rPr sz="1150" spc="-10" dirty="0">
                <a:solidFill>
                  <a:srgbClr val="2B404F"/>
                </a:solidFill>
                <a:latin typeface="Tahoma"/>
                <a:cs typeface="Tahoma"/>
              </a:rPr>
              <a:t>dentro</a:t>
            </a:r>
            <a:r>
              <a:rPr sz="1150" spc="-80" dirty="0">
                <a:solidFill>
                  <a:srgbClr val="2B404F"/>
                </a:solidFill>
                <a:latin typeface="Tahoma"/>
                <a:cs typeface="Tahoma"/>
              </a:rPr>
              <a:t> </a:t>
            </a:r>
            <a:r>
              <a:rPr sz="1150" dirty="0">
                <a:solidFill>
                  <a:srgbClr val="2B404F"/>
                </a:solidFill>
                <a:latin typeface="Tahoma"/>
                <a:cs typeface="Tahoma"/>
              </a:rPr>
              <a:t>de</a:t>
            </a:r>
            <a:r>
              <a:rPr sz="1150" spc="-75" dirty="0">
                <a:solidFill>
                  <a:srgbClr val="2B404F"/>
                </a:solidFill>
                <a:latin typeface="Tahoma"/>
                <a:cs typeface="Tahoma"/>
              </a:rPr>
              <a:t> </a:t>
            </a:r>
            <a:r>
              <a:rPr sz="1150" dirty="0">
                <a:solidFill>
                  <a:srgbClr val="2B404F"/>
                </a:solidFill>
                <a:latin typeface="Tahoma"/>
                <a:cs typeface="Tahoma"/>
              </a:rPr>
              <a:t>notebooks</a:t>
            </a:r>
            <a:r>
              <a:rPr sz="1150" spc="-60" dirty="0">
                <a:solidFill>
                  <a:srgbClr val="2B404F"/>
                </a:solidFill>
                <a:latin typeface="Tahoma"/>
                <a:cs typeface="Tahoma"/>
              </a:rPr>
              <a:t> </a:t>
            </a:r>
            <a:r>
              <a:rPr sz="1150" dirty="0">
                <a:solidFill>
                  <a:srgbClr val="2B404F"/>
                </a:solidFill>
                <a:latin typeface="Tahoma"/>
                <a:cs typeface="Tahoma"/>
              </a:rPr>
              <a:t>de</a:t>
            </a:r>
            <a:r>
              <a:rPr sz="1150" spc="-75" dirty="0">
                <a:solidFill>
                  <a:srgbClr val="2B404F"/>
                </a:solidFill>
                <a:latin typeface="Tahoma"/>
                <a:cs typeface="Tahoma"/>
              </a:rPr>
              <a:t> </a:t>
            </a:r>
            <a:r>
              <a:rPr sz="1150" dirty="0">
                <a:solidFill>
                  <a:srgbClr val="2B404F"/>
                </a:solidFill>
                <a:latin typeface="Tahoma"/>
                <a:cs typeface="Tahoma"/>
              </a:rPr>
              <a:t>producción</a:t>
            </a:r>
            <a:r>
              <a:rPr sz="1150" spc="-60" dirty="0">
                <a:solidFill>
                  <a:srgbClr val="2B404F"/>
                </a:solidFill>
                <a:latin typeface="Tahoma"/>
                <a:cs typeface="Tahoma"/>
              </a:rPr>
              <a:t> </a:t>
            </a:r>
            <a:r>
              <a:rPr sz="1150" dirty="0">
                <a:solidFill>
                  <a:srgbClr val="2B404F"/>
                </a:solidFill>
                <a:latin typeface="Tahoma"/>
                <a:cs typeface="Tahoma"/>
              </a:rPr>
              <a:t>reinicia</a:t>
            </a:r>
            <a:r>
              <a:rPr sz="1150" spc="-80" dirty="0">
                <a:solidFill>
                  <a:srgbClr val="2B404F"/>
                </a:solidFill>
                <a:latin typeface="Tahoma"/>
                <a:cs typeface="Tahoma"/>
              </a:rPr>
              <a:t> </a:t>
            </a:r>
            <a:r>
              <a:rPr sz="1150" dirty="0">
                <a:solidFill>
                  <a:srgbClr val="2B404F"/>
                </a:solidFill>
                <a:latin typeface="Tahoma"/>
                <a:cs typeface="Tahoma"/>
              </a:rPr>
              <a:t>el</a:t>
            </a:r>
            <a:r>
              <a:rPr sz="1150" spc="-90" dirty="0">
                <a:solidFill>
                  <a:srgbClr val="2B404F"/>
                </a:solidFill>
                <a:latin typeface="Tahoma"/>
                <a:cs typeface="Tahoma"/>
              </a:rPr>
              <a:t> </a:t>
            </a:r>
            <a:r>
              <a:rPr sz="1150" spc="-10" dirty="0">
                <a:solidFill>
                  <a:srgbClr val="2B404F"/>
                </a:solidFill>
                <a:latin typeface="Tahoma"/>
                <a:cs typeface="Tahoma"/>
              </a:rPr>
              <a:t>intérprete</a:t>
            </a:r>
            <a:r>
              <a:rPr sz="1150" spc="-75" dirty="0">
                <a:solidFill>
                  <a:srgbClr val="2B404F"/>
                </a:solidFill>
                <a:latin typeface="Tahoma"/>
                <a:cs typeface="Tahoma"/>
              </a:rPr>
              <a:t> </a:t>
            </a:r>
            <a:r>
              <a:rPr sz="1150" spc="-65" dirty="0">
                <a:solidFill>
                  <a:srgbClr val="2B404F"/>
                </a:solidFill>
                <a:latin typeface="Tahoma"/>
                <a:cs typeface="Tahoma"/>
              </a:rPr>
              <a:t>y</a:t>
            </a:r>
            <a:r>
              <a:rPr sz="1150" spc="-75" dirty="0">
                <a:solidFill>
                  <a:srgbClr val="2B404F"/>
                </a:solidFill>
                <a:latin typeface="Tahoma"/>
                <a:cs typeface="Tahoma"/>
              </a:rPr>
              <a:t> </a:t>
            </a:r>
            <a:r>
              <a:rPr sz="1150" dirty="0">
                <a:solidFill>
                  <a:srgbClr val="2B404F"/>
                </a:solidFill>
                <a:latin typeface="Tahoma"/>
                <a:cs typeface="Tahoma"/>
              </a:rPr>
              <a:t>puede</a:t>
            </a:r>
            <a:r>
              <a:rPr sz="1150" spc="-95" dirty="0">
                <a:solidFill>
                  <a:srgbClr val="2B404F"/>
                </a:solidFill>
                <a:latin typeface="Tahoma"/>
                <a:cs typeface="Tahoma"/>
              </a:rPr>
              <a:t> </a:t>
            </a:r>
            <a:r>
              <a:rPr sz="1150" dirty="0">
                <a:solidFill>
                  <a:srgbClr val="2B404F"/>
                </a:solidFill>
                <a:latin typeface="Tahoma"/>
                <a:cs typeface="Tahoma"/>
              </a:rPr>
              <a:t>causar</a:t>
            </a:r>
            <a:r>
              <a:rPr sz="1150" spc="-70" dirty="0">
                <a:solidFill>
                  <a:srgbClr val="2B404F"/>
                </a:solidFill>
                <a:latin typeface="Tahoma"/>
                <a:cs typeface="Tahoma"/>
              </a:rPr>
              <a:t> </a:t>
            </a:r>
            <a:r>
              <a:rPr sz="1150" spc="-10" dirty="0">
                <a:solidFill>
                  <a:srgbClr val="2B404F"/>
                </a:solidFill>
                <a:latin typeface="Tahoma"/>
                <a:cs typeface="Tahoma"/>
              </a:rPr>
              <a:t>comportamientos </a:t>
            </a:r>
            <a:r>
              <a:rPr sz="1150" dirty="0">
                <a:solidFill>
                  <a:srgbClr val="2B404F"/>
                </a:solidFill>
                <a:latin typeface="Tahoma"/>
                <a:cs typeface="Tahoma"/>
              </a:rPr>
              <a:t>inesperados</a:t>
            </a:r>
            <a:r>
              <a:rPr sz="1150" spc="-85" dirty="0">
                <a:solidFill>
                  <a:srgbClr val="2B404F"/>
                </a:solidFill>
                <a:latin typeface="Tahoma"/>
                <a:cs typeface="Tahoma"/>
              </a:rPr>
              <a:t> </a:t>
            </a:r>
            <a:r>
              <a:rPr sz="1150" spc="-10" dirty="0">
                <a:solidFill>
                  <a:srgbClr val="2B404F"/>
                </a:solidFill>
                <a:latin typeface="Tahoma"/>
                <a:cs typeface="Tahoma"/>
              </a:rPr>
              <a:t>en</a:t>
            </a:r>
            <a:r>
              <a:rPr sz="1150" spc="-70" dirty="0">
                <a:solidFill>
                  <a:srgbClr val="2B404F"/>
                </a:solidFill>
                <a:latin typeface="Tahoma"/>
                <a:cs typeface="Tahoma"/>
              </a:rPr>
              <a:t> </a:t>
            </a:r>
            <a:r>
              <a:rPr sz="1150" dirty="0">
                <a:solidFill>
                  <a:srgbClr val="2B404F"/>
                </a:solidFill>
                <a:latin typeface="Tahoma"/>
                <a:cs typeface="Tahoma"/>
              </a:rPr>
              <a:t>pipelines</a:t>
            </a:r>
            <a:r>
              <a:rPr sz="1150" spc="-85" dirty="0">
                <a:solidFill>
                  <a:srgbClr val="2B404F"/>
                </a:solidFill>
                <a:latin typeface="Tahoma"/>
                <a:cs typeface="Tahoma"/>
              </a:rPr>
              <a:t> </a:t>
            </a:r>
            <a:r>
              <a:rPr sz="1150" dirty="0">
                <a:solidFill>
                  <a:srgbClr val="2B404F"/>
                </a:solidFill>
                <a:latin typeface="Tahoma"/>
                <a:cs typeface="Tahoma"/>
              </a:rPr>
              <a:t>automatizados.</a:t>
            </a:r>
            <a:r>
              <a:rPr sz="1150" spc="-80" dirty="0">
                <a:solidFill>
                  <a:srgbClr val="2B404F"/>
                </a:solidFill>
                <a:latin typeface="Tahoma"/>
                <a:cs typeface="Tahoma"/>
              </a:rPr>
              <a:t> </a:t>
            </a:r>
            <a:r>
              <a:rPr sz="1150" spc="-10" dirty="0">
                <a:solidFill>
                  <a:srgbClr val="2B404F"/>
                </a:solidFill>
                <a:latin typeface="Tahoma"/>
                <a:cs typeface="Tahoma"/>
              </a:rPr>
              <a:t>Utilizar</a:t>
            </a:r>
            <a:r>
              <a:rPr sz="1150" spc="-40" dirty="0">
                <a:solidFill>
                  <a:srgbClr val="2B404F"/>
                </a:solidFill>
                <a:latin typeface="Tahoma"/>
                <a:cs typeface="Tahoma"/>
              </a:rPr>
              <a:t> </a:t>
            </a:r>
            <a:r>
              <a:rPr sz="1150" dirty="0">
                <a:solidFill>
                  <a:srgbClr val="2B404F"/>
                </a:solidFill>
                <a:latin typeface="Tahoma"/>
                <a:cs typeface="Tahoma"/>
              </a:rPr>
              <a:t>Cluster</a:t>
            </a:r>
            <a:r>
              <a:rPr sz="1150" spc="-75" dirty="0">
                <a:solidFill>
                  <a:srgbClr val="2B404F"/>
                </a:solidFill>
                <a:latin typeface="Tahoma"/>
                <a:cs typeface="Tahoma"/>
              </a:rPr>
              <a:t> </a:t>
            </a:r>
            <a:r>
              <a:rPr sz="1150" dirty="0">
                <a:solidFill>
                  <a:srgbClr val="2B404F"/>
                </a:solidFill>
                <a:latin typeface="Tahoma"/>
                <a:cs typeface="Tahoma"/>
              </a:rPr>
              <a:t>Libraries</a:t>
            </a:r>
            <a:r>
              <a:rPr sz="1150" spc="-70" dirty="0">
                <a:solidFill>
                  <a:srgbClr val="2B404F"/>
                </a:solidFill>
                <a:latin typeface="Tahoma"/>
                <a:cs typeface="Tahoma"/>
              </a:rPr>
              <a:t> </a:t>
            </a:r>
            <a:r>
              <a:rPr sz="1150" dirty="0">
                <a:solidFill>
                  <a:srgbClr val="2B404F"/>
                </a:solidFill>
                <a:latin typeface="Tahoma"/>
                <a:cs typeface="Tahoma"/>
              </a:rPr>
              <a:t>o</a:t>
            </a:r>
            <a:r>
              <a:rPr sz="1150" spc="-60" dirty="0">
                <a:solidFill>
                  <a:srgbClr val="2B404F"/>
                </a:solidFill>
                <a:latin typeface="Tahoma"/>
                <a:cs typeface="Tahoma"/>
              </a:rPr>
              <a:t> </a:t>
            </a:r>
            <a:r>
              <a:rPr sz="1150" spc="-45" dirty="0">
                <a:solidFill>
                  <a:srgbClr val="2B404F"/>
                </a:solidFill>
                <a:latin typeface="Tahoma"/>
                <a:cs typeface="Tahoma"/>
              </a:rPr>
              <a:t>Init</a:t>
            </a:r>
            <a:r>
              <a:rPr sz="1150" spc="-55" dirty="0">
                <a:solidFill>
                  <a:srgbClr val="2B404F"/>
                </a:solidFill>
                <a:latin typeface="Tahoma"/>
                <a:cs typeface="Tahoma"/>
              </a:rPr>
              <a:t> </a:t>
            </a:r>
            <a:r>
              <a:rPr sz="1150" dirty="0">
                <a:solidFill>
                  <a:srgbClr val="2B404F"/>
                </a:solidFill>
                <a:latin typeface="Tahoma"/>
                <a:cs typeface="Tahoma"/>
              </a:rPr>
              <a:t>Scripts</a:t>
            </a:r>
            <a:r>
              <a:rPr sz="1150" spc="-55" dirty="0">
                <a:solidFill>
                  <a:srgbClr val="2B404F"/>
                </a:solidFill>
                <a:latin typeface="Tahoma"/>
                <a:cs typeface="Tahoma"/>
              </a:rPr>
              <a:t> </a:t>
            </a:r>
            <a:r>
              <a:rPr sz="1150" spc="-10" dirty="0">
                <a:solidFill>
                  <a:srgbClr val="2B404F"/>
                </a:solidFill>
                <a:latin typeface="Tahoma"/>
                <a:cs typeface="Tahoma"/>
              </a:rPr>
              <a:t>en</a:t>
            </a:r>
            <a:r>
              <a:rPr sz="1150" spc="-75" dirty="0">
                <a:solidFill>
                  <a:srgbClr val="2B404F"/>
                </a:solidFill>
                <a:latin typeface="Tahoma"/>
                <a:cs typeface="Tahoma"/>
              </a:rPr>
              <a:t> </a:t>
            </a:r>
            <a:r>
              <a:rPr sz="1150" dirty="0">
                <a:solidFill>
                  <a:srgbClr val="2B404F"/>
                </a:solidFill>
                <a:latin typeface="Tahoma"/>
                <a:cs typeface="Tahoma"/>
              </a:rPr>
              <a:t>su</a:t>
            </a:r>
            <a:r>
              <a:rPr sz="1150" spc="-65" dirty="0">
                <a:solidFill>
                  <a:srgbClr val="2B404F"/>
                </a:solidFill>
                <a:latin typeface="Tahoma"/>
                <a:cs typeface="Tahoma"/>
              </a:rPr>
              <a:t> </a:t>
            </a:r>
            <a:r>
              <a:rPr sz="1150" spc="-10" dirty="0">
                <a:solidFill>
                  <a:srgbClr val="2B404F"/>
                </a:solidFill>
                <a:latin typeface="Tahoma"/>
                <a:cs typeface="Tahoma"/>
              </a:rPr>
              <a:t>lugar.</a:t>
            </a:r>
            <a:endParaRPr sz="1150">
              <a:latin typeface="Tahoma"/>
              <a:cs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90" dirty="0"/>
              <a:t>Workspace</a:t>
            </a:r>
            <a:r>
              <a:rPr spc="-155" dirty="0"/>
              <a:t> </a:t>
            </a:r>
            <a:r>
              <a:rPr spc="-170" dirty="0"/>
              <a:t>y</a:t>
            </a:r>
            <a:r>
              <a:rPr spc="-160" dirty="0"/>
              <a:t> </a:t>
            </a:r>
            <a:r>
              <a:rPr spc="75" dirty="0"/>
              <a:t>Organización</a:t>
            </a:r>
            <a:r>
              <a:rPr spc="-190" dirty="0"/>
              <a:t> </a:t>
            </a:r>
            <a:r>
              <a:rPr spc="50" dirty="0"/>
              <a:t>de</a:t>
            </a:r>
            <a:r>
              <a:rPr spc="-155" dirty="0"/>
              <a:t> </a:t>
            </a:r>
            <a:r>
              <a:rPr spc="75" dirty="0"/>
              <a:t>Artefactos</a:t>
            </a:r>
          </a:p>
          <a:p>
            <a:pPr marL="12700" marR="5080">
              <a:lnSpc>
                <a:spcPct val="136500"/>
              </a:lnSpc>
              <a:spcBef>
                <a:spcPts val="555"/>
              </a:spcBef>
            </a:pPr>
            <a:r>
              <a:rPr sz="1150" dirty="0">
                <a:solidFill>
                  <a:srgbClr val="2A404F"/>
                </a:solidFill>
              </a:rPr>
              <a:t>El</a:t>
            </a:r>
            <a:r>
              <a:rPr sz="1150" spc="-110" dirty="0">
                <a:solidFill>
                  <a:srgbClr val="2A404F"/>
                </a:solidFill>
              </a:rPr>
              <a:t> </a:t>
            </a:r>
            <a:r>
              <a:rPr sz="1150" spc="-10" dirty="0">
                <a:solidFill>
                  <a:srgbClr val="2A404F"/>
                </a:solidFill>
              </a:rPr>
              <a:t>Workspace</a:t>
            </a:r>
            <a:r>
              <a:rPr sz="1150" spc="-85" dirty="0">
                <a:solidFill>
                  <a:srgbClr val="2A404F"/>
                </a:solidFill>
              </a:rPr>
              <a:t> </a:t>
            </a:r>
            <a:r>
              <a:rPr sz="1150" dirty="0">
                <a:solidFill>
                  <a:srgbClr val="2A404F"/>
                </a:solidFill>
              </a:rPr>
              <a:t>de</a:t>
            </a:r>
            <a:r>
              <a:rPr sz="1150" spc="-120" dirty="0">
                <a:solidFill>
                  <a:srgbClr val="2A404F"/>
                </a:solidFill>
              </a:rPr>
              <a:t> </a:t>
            </a:r>
            <a:r>
              <a:rPr sz="1150" spc="-10" dirty="0">
                <a:solidFill>
                  <a:srgbClr val="2A404F"/>
                </a:solidFill>
              </a:rPr>
              <a:t>Databricks</a:t>
            </a:r>
            <a:r>
              <a:rPr sz="1150" spc="-80" dirty="0">
                <a:solidFill>
                  <a:srgbClr val="2A404F"/>
                </a:solidFill>
              </a:rPr>
              <a:t> </a:t>
            </a:r>
            <a:r>
              <a:rPr sz="1150" spc="-30" dirty="0">
                <a:solidFill>
                  <a:srgbClr val="2A404F"/>
                </a:solidFill>
              </a:rPr>
              <a:t>organiza</a:t>
            </a:r>
            <a:r>
              <a:rPr sz="1150" spc="-95" dirty="0">
                <a:solidFill>
                  <a:srgbClr val="2A404F"/>
                </a:solidFill>
              </a:rPr>
              <a:t> </a:t>
            </a:r>
            <a:r>
              <a:rPr sz="1150" spc="-10" dirty="0">
                <a:solidFill>
                  <a:srgbClr val="2A404F"/>
                </a:solidFill>
              </a:rPr>
              <a:t>todos</a:t>
            </a:r>
            <a:r>
              <a:rPr sz="1150" spc="-80" dirty="0">
                <a:solidFill>
                  <a:srgbClr val="2A404F"/>
                </a:solidFill>
              </a:rPr>
              <a:t> </a:t>
            </a:r>
            <a:r>
              <a:rPr sz="1150" dirty="0">
                <a:solidFill>
                  <a:srgbClr val="2A404F"/>
                </a:solidFill>
              </a:rPr>
              <a:t>los</a:t>
            </a:r>
            <a:r>
              <a:rPr sz="1150" spc="-105" dirty="0">
                <a:solidFill>
                  <a:srgbClr val="2A404F"/>
                </a:solidFill>
              </a:rPr>
              <a:t> </a:t>
            </a:r>
            <a:r>
              <a:rPr sz="1150" spc="-10" dirty="0">
                <a:solidFill>
                  <a:srgbClr val="2A404F"/>
                </a:solidFill>
              </a:rPr>
              <a:t>artefactos</a:t>
            </a:r>
            <a:r>
              <a:rPr sz="1150" spc="-80" dirty="0">
                <a:solidFill>
                  <a:srgbClr val="2A404F"/>
                </a:solidFill>
              </a:rPr>
              <a:t> </a:t>
            </a:r>
            <a:r>
              <a:rPr sz="1150" dirty="0">
                <a:solidFill>
                  <a:srgbClr val="2A404F"/>
                </a:solidFill>
              </a:rPr>
              <a:t>del</a:t>
            </a:r>
            <a:r>
              <a:rPr sz="1150" spc="-120" dirty="0">
                <a:solidFill>
                  <a:srgbClr val="2A404F"/>
                </a:solidFill>
              </a:rPr>
              <a:t> </a:t>
            </a:r>
            <a:r>
              <a:rPr sz="1150" spc="-10" dirty="0">
                <a:solidFill>
                  <a:srgbClr val="2A404F"/>
                </a:solidFill>
              </a:rPr>
              <a:t>equipo.</a:t>
            </a:r>
            <a:r>
              <a:rPr sz="1150" spc="-114" dirty="0">
                <a:solidFill>
                  <a:srgbClr val="2A404F"/>
                </a:solidFill>
              </a:rPr>
              <a:t> </a:t>
            </a:r>
            <a:r>
              <a:rPr sz="1150" spc="-10" dirty="0">
                <a:solidFill>
                  <a:srgbClr val="2A404F"/>
                </a:solidFill>
              </a:rPr>
              <a:t>La</a:t>
            </a:r>
            <a:r>
              <a:rPr sz="1150" spc="-105" dirty="0">
                <a:solidFill>
                  <a:srgbClr val="2A404F"/>
                </a:solidFill>
              </a:rPr>
              <a:t> </a:t>
            </a:r>
            <a:r>
              <a:rPr sz="1150" spc="-10" dirty="0">
                <a:solidFill>
                  <a:srgbClr val="2A404F"/>
                </a:solidFill>
              </a:rPr>
              <a:t>estructura</a:t>
            </a:r>
            <a:r>
              <a:rPr sz="1150" spc="-110" dirty="0">
                <a:solidFill>
                  <a:srgbClr val="2A404F"/>
                </a:solidFill>
              </a:rPr>
              <a:t> </a:t>
            </a:r>
            <a:r>
              <a:rPr sz="1150" dirty="0">
                <a:solidFill>
                  <a:srgbClr val="2A404F"/>
                </a:solidFill>
              </a:rPr>
              <a:t>de</a:t>
            </a:r>
            <a:r>
              <a:rPr sz="1150" spc="-100" dirty="0">
                <a:solidFill>
                  <a:srgbClr val="2A404F"/>
                </a:solidFill>
              </a:rPr>
              <a:t> </a:t>
            </a:r>
            <a:r>
              <a:rPr sz="1150" dirty="0">
                <a:solidFill>
                  <a:srgbClr val="2A404F"/>
                </a:solidFill>
              </a:rPr>
              <a:t>carpetas</a:t>
            </a:r>
            <a:r>
              <a:rPr sz="1150" spc="-95" dirty="0">
                <a:solidFill>
                  <a:srgbClr val="2A404F"/>
                </a:solidFill>
              </a:rPr>
              <a:t> </a:t>
            </a:r>
            <a:r>
              <a:rPr sz="1150" spc="-65" dirty="0">
                <a:solidFill>
                  <a:srgbClr val="2A404F"/>
                </a:solidFill>
              </a:rPr>
              <a:t>y</a:t>
            </a:r>
            <a:r>
              <a:rPr sz="1150" spc="-110" dirty="0">
                <a:solidFill>
                  <a:srgbClr val="2A404F"/>
                </a:solidFill>
              </a:rPr>
              <a:t> </a:t>
            </a:r>
            <a:r>
              <a:rPr sz="1150" dirty="0">
                <a:solidFill>
                  <a:srgbClr val="2A404F"/>
                </a:solidFill>
              </a:rPr>
              <a:t>la</a:t>
            </a:r>
            <a:r>
              <a:rPr sz="1150" spc="-100" dirty="0">
                <a:solidFill>
                  <a:srgbClr val="2A404F"/>
                </a:solidFill>
              </a:rPr>
              <a:t> </a:t>
            </a:r>
            <a:r>
              <a:rPr sz="1150" dirty="0">
                <a:solidFill>
                  <a:srgbClr val="2A404F"/>
                </a:solidFill>
              </a:rPr>
              <a:t>elección</a:t>
            </a:r>
            <a:r>
              <a:rPr sz="1150" spc="-120" dirty="0">
                <a:solidFill>
                  <a:srgbClr val="2A404F"/>
                </a:solidFill>
              </a:rPr>
              <a:t> </a:t>
            </a:r>
            <a:r>
              <a:rPr sz="1150" spc="-25" dirty="0">
                <a:solidFill>
                  <a:srgbClr val="2A404F"/>
                </a:solidFill>
              </a:rPr>
              <a:t>entre</a:t>
            </a:r>
            <a:r>
              <a:rPr sz="1150" spc="-100" dirty="0">
                <a:solidFill>
                  <a:srgbClr val="2A404F"/>
                </a:solidFill>
              </a:rPr>
              <a:t> </a:t>
            </a:r>
            <a:r>
              <a:rPr sz="1150" spc="-10" dirty="0">
                <a:solidFill>
                  <a:srgbClr val="2A404F"/>
                </a:solidFill>
              </a:rPr>
              <a:t>Workspace</a:t>
            </a:r>
            <a:r>
              <a:rPr sz="1150" spc="-105" dirty="0">
                <a:solidFill>
                  <a:srgbClr val="2A404F"/>
                </a:solidFill>
              </a:rPr>
              <a:t> </a:t>
            </a:r>
            <a:r>
              <a:rPr sz="1150" spc="-30" dirty="0">
                <a:solidFill>
                  <a:srgbClr val="2A404F"/>
                </a:solidFill>
              </a:rPr>
              <a:t>nativo</a:t>
            </a:r>
            <a:r>
              <a:rPr sz="1150" spc="-80" dirty="0">
                <a:solidFill>
                  <a:srgbClr val="2A404F"/>
                </a:solidFill>
              </a:rPr>
              <a:t> </a:t>
            </a:r>
            <a:r>
              <a:rPr sz="1150" spc="-65" dirty="0">
                <a:solidFill>
                  <a:srgbClr val="2A404F"/>
                </a:solidFill>
              </a:rPr>
              <a:t>y</a:t>
            </a:r>
            <a:r>
              <a:rPr sz="1150" spc="-100" dirty="0">
                <a:solidFill>
                  <a:srgbClr val="2A404F"/>
                </a:solidFill>
              </a:rPr>
              <a:t> </a:t>
            </a:r>
            <a:r>
              <a:rPr sz="1150" spc="-10" dirty="0">
                <a:solidFill>
                  <a:srgbClr val="2A404F"/>
                </a:solidFill>
              </a:rPr>
              <a:t>Repos</a:t>
            </a:r>
            <a:r>
              <a:rPr sz="1150" spc="-105" dirty="0">
                <a:solidFill>
                  <a:srgbClr val="2A404F"/>
                </a:solidFill>
              </a:rPr>
              <a:t> </a:t>
            </a:r>
            <a:r>
              <a:rPr sz="1150" spc="-10" dirty="0">
                <a:solidFill>
                  <a:srgbClr val="2A404F"/>
                </a:solidFill>
              </a:rPr>
              <a:t>tiene </a:t>
            </a:r>
            <a:r>
              <a:rPr sz="1150" dirty="0">
                <a:solidFill>
                  <a:srgbClr val="2A404F"/>
                </a:solidFill>
              </a:rPr>
              <a:t>implicaciones</a:t>
            </a:r>
            <a:r>
              <a:rPr sz="1150" spc="-100" dirty="0">
                <a:solidFill>
                  <a:srgbClr val="2A404F"/>
                </a:solidFill>
              </a:rPr>
              <a:t> </a:t>
            </a:r>
            <a:r>
              <a:rPr sz="1150" dirty="0">
                <a:solidFill>
                  <a:srgbClr val="2A404F"/>
                </a:solidFill>
              </a:rPr>
              <a:t>directas</a:t>
            </a:r>
            <a:r>
              <a:rPr sz="1150" spc="-90" dirty="0">
                <a:solidFill>
                  <a:srgbClr val="2A404F"/>
                </a:solidFill>
              </a:rPr>
              <a:t> </a:t>
            </a:r>
            <a:r>
              <a:rPr sz="1150" spc="-10" dirty="0">
                <a:solidFill>
                  <a:srgbClr val="2A404F"/>
                </a:solidFill>
              </a:rPr>
              <a:t>en</a:t>
            </a:r>
            <a:r>
              <a:rPr sz="1150" spc="-105" dirty="0">
                <a:solidFill>
                  <a:srgbClr val="2A404F"/>
                </a:solidFill>
              </a:rPr>
              <a:t> </a:t>
            </a:r>
            <a:r>
              <a:rPr sz="1150" dirty="0">
                <a:solidFill>
                  <a:srgbClr val="2A404F"/>
                </a:solidFill>
              </a:rPr>
              <a:t>la</a:t>
            </a:r>
            <a:r>
              <a:rPr sz="1150" spc="-105" dirty="0">
                <a:solidFill>
                  <a:srgbClr val="2A404F"/>
                </a:solidFill>
              </a:rPr>
              <a:t> </a:t>
            </a:r>
            <a:r>
              <a:rPr sz="1150" spc="-30" dirty="0">
                <a:solidFill>
                  <a:srgbClr val="2A404F"/>
                </a:solidFill>
              </a:rPr>
              <a:t>gobernanza</a:t>
            </a:r>
            <a:r>
              <a:rPr sz="1150" spc="-95" dirty="0">
                <a:solidFill>
                  <a:srgbClr val="2A404F"/>
                </a:solidFill>
              </a:rPr>
              <a:t> </a:t>
            </a:r>
            <a:r>
              <a:rPr sz="1150" spc="-65" dirty="0">
                <a:solidFill>
                  <a:srgbClr val="2A404F"/>
                </a:solidFill>
              </a:rPr>
              <a:t>y</a:t>
            </a:r>
            <a:r>
              <a:rPr sz="1150" spc="-100" dirty="0">
                <a:solidFill>
                  <a:srgbClr val="2A404F"/>
                </a:solidFill>
              </a:rPr>
              <a:t> </a:t>
            </a:r>
            <a:r>
              <a:rPr sz="1150" dirty="0">
                <a:solidFill>
                  <a:srgbClr val="2A404F"/>
                </a:solidFill>
              </a:rPr>
              <a:t>el</a:t>
            </a:r>
            <a:r>
              <a:rPr sz="1150" spc="-114" dirty="0">
                <a:solidFill>
                  <a:srgbClr val="2A404F"/>
                </a:solidFill>
              </a:rPr>
              <a:t> </a:t>
            </a:r>
            <a:r>
              <a:rPr sz="1150" spc="-10" dirty="0">
                <a:solidFill>
                  <a:srgbClr val="2A404F"/>
                </a:solidFill>
              </a:rPr>
              <a:t>control</a:t>
            </a:r>
            <a:r>
              <a:rPr sz="1150" spc="-80" dirty="0">
                <a:solidFill>
                  <a:srgbClr val="2A404F"/>
                </a:solidFill>
              </a:rPr>
              <a:t> </a:t>
            </a:r>
            <a:r>
              <a:rPr sz="1150" dirty="0">
                <a:solidFill>
                  <a:srgbClr val="2A404F"/>
                </a:solidFill>
              </a:rPr>
              <a:t>de</a:t>
            </a:r>
            <a:r>
              <a:rPr sz="1150" spc="-100" dirty="0">
                <a:solidFill>
                  <a:srgbClr val="2A404F"/>
                </a:solidFill>
              </a:rPr>
              <a:t> </a:t>
            </a:r>
            <a:r>
              <a:rPr sz="1150" spc="-10" dirty="0">
                <a:solidFill>
                  <a:srgbClr val="2A404F"/>
                </a:solidFill>
              </a:rPr>
              <a:t>versiones.</a:t>
            </a:r>
            <a:endParaRPr sz="1150"/>
          </a:p>
        </p:txBody>
      </p:sp>
      <p:sp>
        <p:nvSpPr>
          <p:cNvPr id="11" name="object 11"/>
          <p:cNvSpPr txBox="1"/>
          <p:nvPr/>
        </p:nvSpPr>
        <p:spPr>
          <a:xfrm>
            <a:off x="6526148" y="1978279"/>
            <a:ext cx="3707129" cy="247015"/>
          </a:xfrm>
          <a:prstGeom prst="rect">
            <a:avLst/>
          </a:prstGeom>
        </p:spPr>
        <p:txBody>
          <a:bodyPr vert="horz" wrap="square" lIns="0" tIns="12700" rIns="0" bIns="0" rtlCol="0">
            <a:spAutoFit/>
          </a:bodyPr>
          <a:lstStyle/>
          <a:p>
            <a:pPr marL="12700">
              <a:lnSpc>
                <a:spcPct val="100000"/>
              </a:lnSpc>
              <a:spcBef>
                <a:spcPts val="100"/>
              </a:spcBef>
            </a:pPr>
            <a:r>
              <a:rPr sz="1450" b="1" spc="45" dirty="0">
                <a:solidFill>
                  <a:srgbClr val="124E73"/>
                </a:solidFill>
                <a:latin typeface="Trebuchet MS"/>
                <a:cs typeface="Trebuchet MS"/>
              </a:rPr>
              <a:t>Workspace</a:t>
            </a:r>
            <a:r>
              <a:rPr sz="1450" b="1" spc="-229" dirty="0">
                <a:solidFill>
                  <a:srgbClr val="124E73"/>
                </a:solidFill>
                <a:latin typeface="Trebuchet MS"/>
                <a:cs typeface="Trebuchet MS"/>
              </a:rPr>
              <a:t> </a:t>
            </a:r>
            <a:r>
              <a:rPr sz="1450" b="1" spc="70" dirty="0">
                <a:solidFill>
                  <a:srgbClr val="124E73"/>
                </a:solidFill>
                <a:latin typeface="Trebuchet MS"/>
                <a:cs typeface="Trebuchet MS"/>
              </a:rPr>
              <a:t>vsRepos</a:t>
            </a:r>
            <a:r>
              <a:rPr sz="1450" b="1" spc="-225" dirty="0">
                <a:solidFill>
                  <a:srgbClr val="124E73"/>
                </a:solidFill>
                <a:latin typeface="Trebuchet MS"/>
                <a:cs typeface="Trebuchet MS"/>
              </a:rPr>
              <a:t> </a:t>
            </a:r>
            <a:r>
              <a:rPr sz="1450" b="1" spc="270" dirty="0">
                <a:solidFill>
                  <a:srgbClr val="124E73"/>
                </a:solidFill>
                <a:latin typeface="Trebuchet MS"/>
                <a:cs typeface="Trebuchet MS"/>
              </a:rPr>
              <a:t>—</a:t>
            </a:r>
            <a:r>
              <a:rPr sz="1450" b="1" spc="55" dirty="0">
                <a:solidFill>
                  <a:srgbClr val="124E73"/>
                </a:solidFill>
                <a:latin typeface="Trebuchet MS"/>
                <a:cs typeface="Trebuchet MS"/>
              </a:rPr>
              <a:t>Comparación</a:t>
            </a:r>
            <a:r>
              <a:rPr sz="1450" b="1" spc="-235" dirty="0">
                <a:solidFill>
                  <a:srgbClr val="124E73"/>
                </a:solidFill>
                <a:latin typeface="Trebuchet MS"/>
                <a:cs typeface="Trebuchet MS"/>
              </a:rPr>
              <a:t> </a:t>
            </a:r>
            <a:r>
              <a:rPr sz="1450" b="1" spc="-10" dirty="0">
                <a:solidFill>
                  <a:srgbClr val="124E73"/>
                </a:solidFill>
                <a:latin typeface="Trebuchet MS"/>
                <a:cs typeface="Trebuchet MS"/>
              </a:rPr>
              <a:t>Clave</a:t>
            </a:r>
            <a:endParaRPr sz="1450">
              <a:latin typeface="Trebuchet MS"/>
              <a:cs typeface="Trebuchet MS"/>
            </a:endParaRPr>
          </a:p>
        </p:txBody>
      </p:sp>
      <p:grpSp>
        <p:nvGrpSpPr>
          <p:cNvPr id="3" name="object 3"/>
          <p:cNvGrpSpPr/>
          <p:nvPr/>
        </p:nvGrpSpPr>
        <p:grpSpPr>
          <a:xfrm>
            <a:off x="587375" y="2107945"/>
            <a:ext cx="5143500" cy="3232785"/>
            <a:chOff x="587375" y="2107945"/>
            <a:chExt cx="5143500" cy="3232785"/>
          </a:xfrm>
        </p:grpSpPr>
        <p:sp>
          <p:nvSpPr>
            <p:cNvPr id="4" name="object 4"/>
            <p:cNvSpPr/>
            <p:nvPr/>
          </p:nvSpPr>
          <p:spPr>
            <a:xfrm>
              <a:off x="587375" y="2107945"/>
              <a:ext cx="5143500" cy="3232785"/>
            </a:xfrm>
            <a:custGeom>
              <a:avLst/>
              <a:gdLst/>
              <a:ahLst/>
              <a:cxnLst/>
              <a:rect l="l" t="t" r="r" b="b"/>
              <a:pathLst>
                <a:path w="5143500" h="3232785">
                  <a:moveTo>
                    <a:pt x="5127244" y="0"/>
                  </a:moveTo>
                  <a:lnTo>
                    <a:pt x="16268" y="0"/>
                  </a:lnTo>
                  <a:lnTo>
                    <a:pt x="0" y="14477"/>
                  </a:lnTo>
                  <a:lnTo>
                    <a:pt x="0" y="3218053"/>
                  </a:lnTo>
                  <a:lnTo>
                    <a:pt x="13868" y="3232022"/>
                  </a:lnTo>
                  <a:lnTo>
                    <a:pt x="16268" y="3232404"/>
                  </a:lnTo>
                  <a:lnTo>
                    <a:pt x="5127244" y="3232404"/>
                  </a:lnTo>
                  <a:lnTo>
                    <a:pt x="5129657" y="3232022"/>
                  </a:lnTo>
                  <a:lnTo>
                    <a:pt x="5143500" y="3218053"/>
                  </a:lnTo>
                  <a:lnTo>
                    <a:pt x="5143500" y="14477"/>
                  </a:lnTo>
                  <a:lnTo>
                    <a:pt x="5127244" y="0"/>
                  </a:lnTo>
                  <a:close/>
                </a:path>
              </a:pathLst>
            </a:custGeom>
            <a:solidFill>
              <a:srgbClr val="315E7A"/>
            </a:solidFill>
          </p:spPr>
          <p:txBody>
            <a:bodyPr wrap="square" lIns="0" tIns="0" rIns="0" bIns="0" rtlCol="0"/>
            <a:lstStyle/>
            <a:p>
              <a:endParaRPr/>
            </a:p>
          </p:txBody>
        </p:sp>
        <p:sp>
          <p:nvSpPr>
            <p:cNvPr id="5" name="object 5"/>
            <p:cNvSpPr/>
            <p:nvPr/>
          </p:nvSpPr>
          <p:spPr>
            <a:xfrm>
              <a:off x="1218260" y="2835274"/>
              <a:ext cx="1788160" cy="770255"/>
            </a:xfrm>
            <a:custGeom>
              <a:avLst/>
              <a:gdLst/>
              <a:ahLst/>
              <a:cxnLst/>
              <a:rect l="l" t="t" r="r" b="b"/>
              <a:pathLst>
                <a:path w="1788160" h="770254">
                  <a:moveTo>
                    <a:pt x="501396" y="591312"/>
                  </a:moveTo>
                  <a:lnTo>
                    <a:pt x="0" y="591312"/>
                  </a:lnTo>
                  <a:lnTo>
                    <a:pt x="0" y="769632"/>
                  </a:lnTo>
                  <a:lnTo>
                    <a:pt x="501396" y="769632"/>
                  </a:lnTo>
                  <a:lnTo>
                    <a:pt x="501396" y="591312"/>
                  </a:lnTo>
                  <a:close/>
                </a:path>
                <a:path w="1788160" h="770254">
                  <a:moveTo>
                    <a:pt x="519734" y="591312"/>
                  </a:moveTo>
                  <a:lnTo>
                    <a:pt x="501446" y="591312"/>
                  </a:lnTo>
                  <a:lnTo>
                    <a:pt x="501446" y="769632"/>
                  </a:lnTo>
                  <a:lnTo>
                    <a:pt x="519734" y="769632"/>
                  </a:lnTo>
                  <a:lnTo>
                    <a:pt x="519734" y="591312"/>
                  </a:lnTo>
                  <a:close/>
                </a:path>
                <a:path w="1788160" h="770254">
                  <a:moveTo>
                    <a:pt x="818388" y="289560"/>
                  </a:moveTo>
                  <a:lnTo>
                    <a:pt x="0" y="289560"/>
                  </a:lnTo>
                  <a:lnTo>
                    <a:pt x="0" y="467868"/>
                  </a:lnTo>
                  <a:lnTo>
                    <a:pt x="818388" y="467868"/>
                  </a:lnTo>
                  <a:lnTo>
                    <a:pt x="818388" y="289560"/>
                  </a:lnTo>
                  <a:close/>
                </a:path>
                <a:path w="1788160" h="770254">
                  <a:moveTo>
                    <a:pt x="848918" y="289560"/>
                  </a:moveTo>
                  <a:lnTo>
                    <a:pt x="818438" y="289560"/>
                  </a:lnTo>
                  <a:lnTo>
                    <a:pt x="818438" y="467868"/>
                  </a:lnTo>
                  <a:lnTo>
                    <a:pt x="848918" y="467868"/>
                  </a:lnTo>
                  <a:lnTo>
                    <a:pt x="848918" y="289560"/>
                  </a:lnTo>
                  <a:close/>
                </a:path>
                <a:path w="1788160" h="770254">
                  <a:moveTo>
                    <a:pt x="1761744" y="0"/>
                  </a:moveTo>
                  <a:lnTo>
                    <a:pt x="0" y="0"/>
                  </a:lnTo>
                  <a:lnTo>
                    <a:pt x="0" y="178308"/>
                  </a:lnTo>
                  <a:lnTo>
                    <a:pt x="1761744" y="178308"/>
                  </a:lnTo>
                  <a:lnTo>
                    <a:pt x="1761744" y="0"/>
                  </a:lnTo>
                  <a:close/>
                </a:path>
                <a:path w="1788160" h="770254">
                  <a:moveTo>
                    <a:pt x="1787702" y="0"/>
                  </a:moveTo>
                  <a:lnTo>
                    <a:pt x="1761794" y="0"/>
                  </a:lnTo>
                  <a:lnTo>
                    <a:pt x="1761794" y="178308"/>
                  </a:lnTo>
                  <a:lnTo>
                    <a:pt x="1787702" y="178308"/>
                  </a:lnTo>
                  <a:lnTo>
                    <a:pt x="1787702" y="0"/>
                  </a:lnTo>
                  <a:close/>
                </a:path>
              </a:pathLst>
            </a:custGeom>
            <a:solidFill>
              <a:srgbClr val="2B404F"/>
            </a:solidFill>
          </p:spPr>
          <p:txBody>
            <a:bodyPr wrap="square" lIns="0" tIns="0" rIns="0" bIns="0" rtlCol="0"/>
            <a:lstStyle/>
            <a:p>
              <a:endParaRPr/>
            </a:p>
          </p:txBody>
        </p:sp>
      </p:grpSp>
      <p:sp>
        <p:nvSpPr>
          <p:cNvPr id="6" name="object 6"/>
          <p:cNvSpPr txBox="1"/>
          <p:nvPr/>
        </p:nvSpPr>
        <p:spPr>
          <a:xfrm>
            <a:off x="794105" y="2387345"/>
            <a:ext cx="3594735" cy="1219200"/>
          </a:xfrm>
          <a:prstGeom prst="rect">
            <a:avLst/>
          </a:prstGeom>
        </p:spPr>
        <p:txBody>
          <a:bodyPr vert="horz" wrap="square" lIns="0" tIns="12700" rIns="0" bIns="0" rtlCol="0">
            <a:spAutoFit/>
          </a:bodyPr>
          <a:lstStyle/>
          <a:p>
            <a:pPr marL="12700">
              <a:lnSpc>
                <a:spcPct val="100000"/>
              </a:lnSpc>
              <a:spcBef>
                <a:spcPts val="100"/>
              </a:spcBef>
            </a:pPr>
            <a:r>
              <a:rPr sz="1450" b="1" spc="-30" dirty="0">
                <a:solidFill>
                  <a:srgbClr val="FFFFFF"/>
                </a:solidFill>
                <a:latin typeface="Trebuchet MS"/>
                <a:cs typeface="Trebuchet MS"/>
              </a:rPr>
              <a:t>Estructura</a:t>
            </a:r>
            <a:r>
              <a:rPr sz="1450" b="1" spc="-170" dirty="0">
                <a:solidFill>
                  <a:srgbClr val="FFFFFF"/>
                </a:solidFill>
                <a:latin typeface="Trebuchet MS"/>
                <a:cs typeface="Trebuchet MS"/>
              </a:rPr>
              <a:t> </a:t>
            </a:r>
            <a:r>
              <a:rPr sz="1450" b="1" dirty="0">
                <a:solidFill>
                  <a:srgbClr val="FFFFFF"/>
                </a:solidFill>
                <a:latin typeface="Trebuchet MS"/>
                <a:cs typeface="Trebuchet MS"/>
              </a:rPr>
              <a:t>del</a:t>
            </a:r>
            <a:r>
              <a:rPr sz="1450" b="1" spc="-75" dirty="0">
                <a:solidFill>
                  <a:srgbClr val="FFFFFF"/>
                </a:solidFill>
                <a:latin typeface="Trebuchet MS"/>
                <a:cs typeface="Trebuchet MS"/>
              </a:rPr>
              <a:t> </a:t>
            </a:r>
            <a:r>
              <a:rPr sz="1450" b="1" spc="-10" dirty="0">
                <a:solidFill>
                  <a:srgbClr val="FFFFFF"/>
                </a:solidFill>
                <a:latin typeface="Trebuchet MS"/>
                <a:cs typeface="Trebuchet MS"/>
              </a:rPr>
              <a:t>Workspace</a:t>
            </a:r>
            <a:endParaRPr sz="1450">
              <a:latin typeface="Trebuchet MS"/>
              <a:cs typeface="Trebuchet MS"/>
            </a:endParaRPr>
          </a:p>
          <a:p>
            <a:pPr marL="424815" indent="-173355">
              <a:lnSpc>
                <a:spcPct val="100000"/>
              </a:lnSpc>
              <a:spcBef>
                <a:spcPts val="1620"/>
              </a:spcBef>
              <a:buFont typeface="Arial MT"/>
              <a:buChar char="•"/>
              <a:tabLst>
                <a:tab pos="424815" algn="l"/>
              </a:tabLst>
            </a:pPr>
            <a:r>
              <a:rPr sz="1150" spc="50" dirty="0">
                <a:solidFill>
                  <a:srgbClr val="FFFFFF"/>
                </a:solidFill>
                <a:latin typeface="Tahoma"/>
                <a:cs typeface="Tahoma"/>
              </a:rPr>
              <a:t>/Users/nombre@dominio</a:t>
            </a:r>
            <a:r>
              <a:rPr sz="1150" spc="-25" dirty="0">
                <a:solidFill>
                  <a:srgbClr val="FFFFFF"/>
                </a:solidFill>
                <a:latin typeface="Tahoma"/>
                <a:cs typeface="Tahoma"/>
              </a:rPr>
              <a:t> </a:t>
            </a:r>
            <a:r>
              <a:rPr sz="1150" spc="90" dirty="0">
                <a:solidFill>
                  <a:srgbClr val="FFFFFF"/>
                </a:solidFill>
                <a:latin typeface="Tahoma"/>
                <a:cs typeface="Tahoma"/>
              </a:rPr>
              <a:t>—</a:t>
            </a:r>
            <a:r>
              <a:rPr sz="1150" dirty="0">
                <a:solidFill>
                  <a:srgbClr val="FFFFFF"/>
                </a:solidFill>
                <a:latin typeface="Tahoma"/>
                <a:cs typeface="Tahoma"/>
              </a:rPr>
              <a:t>carpeta</a:t>
            </a:r>
            <a:r>
              <a:rPr sz="1150" spc="-100" dirty="0">
                <a:solidFill>
                  <a:srgbClr val="FFFFFF"/>
                </a:solidFill>
                <a:latin typeface="Tahoma"/>
                <a:cs typeface="Tahoma"/>
              </a:rPr>
              <a:t> </a:t>
            </a:r>
            <a:r>
              <a:rPr sz="1150" spc="-10" dirty="0">
                <a:solidFill>
                  <a:srgbClr val="FFFFFF"/>
                </a:solidFill>
                <a:latin typeface="Tahoma"/>
                <a:cs typeface="Tahoma"/>
              </a:rPr>
              <a:t>personal</a:t>
            </a:r>
            <a:endParaRPr sz="1150">
              <a:latin typeface="Tahoma"/>
              <a:cs typeface="Tahoma"/>
            </a:endParaRPr>
          </a:p>
          <a:p>
            <a:pPr marL="424815" indent="-173355">
              <a:lnSpc>
                <a:spcPct val="100000"/>
              </a:lnSpc>
              <a:spcBef>
                <a:spcPts val="900"/>
              </a:spcBef>
              <a:buFont typeface="Arial MT"/>
              <a:buChar char="•"/>
              <a:tabLst>
                <a:tab pos="424815" algn="l"/>
              </a:tabLst>
            </a:pPr>
            <a:r>
              <a:rPr sz="1150" dirty="0">
                <a:solidFill>
                  <a:srgbClr val="FFFFFF"/>
                </a:solidFill>
                <a:latin typeface="Tahoma"/>
                <a:cs typeface="Tahoma"/>
              </a:rPr>
              <a:t>/Workspace/</a:t>
            </a:r>
            <a:r>
              <a:rPr sz="1150" spc="-75" dirty="0">
                <a:solidFill>
                  <a:srgbClr val="FFFFFF"/>
                </a:solidFill>
                <a:latin typeface="Tahoma"/>
                <a:cs typeface="Tahoma"/>
              </a:rPr>
              <a:t> </a:t>
            </a:r>
            <a:r>
              <a:rPr sz="1150" dirty="0">
                <a:solidFill>
                  <a:srgbClr val="FFFFFF"/>
                </a:solidFill>
                <a:latin typeface="Tahoma"/>
                <a:cs typeface="Tahoma"/>
              </a:rPr>
              <a:t>—</a:t>
            </a:r>
            <a:r>
              <a:rPr sz="1150" spc="-220" dirty="0">
                <a:solidFill>
                  <a:srgbClr val="FFFFFF"/>
                </a:solidFill>
                <a:latin typeface="Tahoma"/>
                <a:cs typeface="Tahoma"/>
              </a:rPr>
              <a:t> </a:t>
            </a:r>
            <a:r>
              <a:rPr sz="1150" dirty="0">
                <a:solidFill>
                  <a:srgbClr val="FFFFFF"/>
                </a:solidFill>
                <a:latin typeface="Tahoma"/>
                <a:cs typeface="Tahoma"/>
              </a:rPr>
              <a:t>carpetas</a:t>
            </a:r>
            <a:r>
              <a:rPr sz="1150" spc="-110" dirty="0">
                <a:solidFill>
                  <a:srgbClr val="FFFFFF"/>
                </a:solidFill>
                <a:latin typeface="Tahoma"/>
                <a:cs typeface="Tahoma"/>
              </a:rPr>
              <a:t> </a:t>
            </a:r>
            <a:r>
              <a:rPr sz="1150" spc="50" dirty="0">
                <a:solidFill>
                  <a:srgbClr val="FFFFFF"/>
                </a:solidFill>
                <a:latin typeface="Tahoma"/>
                <a:cs typeface="Tahoma"/>
              </a:rPr>
              <a:t>compartidas</a:t>
            </a:r>
            <a:r>
              <a:rPr sz="1150" spc="-60" dirty="0">
                <a:solidFill>
                  <a:srgbClr val="FFFFFF"/>
                </a:solidFill>
                <a:latin typeface="Tahoma"/>
                <a:cs typeface="Tahoma"/>
              </a:rPr>
              <a:t> </a:t>
            </a:r>
            <a:r>
              <a:rPr sz="1150" dirty="0">
                <a:solidFill>
                  <a:srgbClr val="FFFFFF"/>
                </a:solidFill>
                <a:latin typeface="Tahoma"/>
                <a:cs typeface="Tahoma"/>
              </a:rPr>
              <a:t>de</a:t>
            </a:r>
            <a:r>
              <a:rPr sz="1150" spc="-35" dirty="0">
                <a:solidFill>
                  <a:srgbClr val="FFFFFF"/>
                </a:solidFill>
                <a:latin typeface="Tahoma"/>
                <a:cs typeface="Tahoma"/>
              </a:rPr>
              <a:t> </a:t>
            </a:r>
            <a:r>
              <a:rPr sz="1150" spc="45" dirty="0">
                <a:solidFill>
                  <a:srgbClr val="FFFFFF"/>
                </a:solidFill>
                <a:latin typeface="Tahoma"/>
                <a:cs typeface="Tahoma"/>
              </a:rPr>
              <a:t>equipo</a:t>
            </a:r>
            <a:endParaRPr sz="1150">
              <a:latin typeface="Tahoma"/>
              <a:cs typeface="Tahoma"/>
            </a:endParaRPr>
          </a:p>
          <a:p>
            <a:pPr marL="424815" indent="-173355">
              <a:lnSpc>
                <a:spcPct val="100000"/>
              </a:lnSpc>
              <a:spcBef>
                <a:spcPts val="994"/>
              </a:spcBef>
              <a:buFont typeface="Arial MT"/>
              <a:buChar char="•"/>
              <a:tabLst>
                <a:tab pos="424815" algn="l"/>
              </a:tabLst>
            </a:pPr>
            <a:r>
              <a:rPr sz="1150" spc="-10" dirty="0">
                <a:solidFill>
                  <a:srgbClr val="FFFFFF"/>
                </a:solidFill>
                <a:latin typeface="Tahoma"/>
                <a:cs typeface="Tahoma"/>
              </a:rPr>
              <a:t>/Repos/</a:t>
            </a:r>
            <a:r>
              <a:rPr sz="1150" spc="-195" dirty="0">
                <a:solidFill>
                  <a:srgbClr val="FFFFFF"/>
                </a:solidFill>
                <a:latin typeface="Tahoma"/>
                <a:cs typeface="Tahoma"/>
              </a:rPr>
              <a:t> </a:t>
            </a:r>
            <a:r>
              <a:rPr sz="1150" dirty="0">
                <a:solidFill>
                  <a:srgbClr val="FFFFFF"/>
                </a:solidFill>
                <a:latin typeface="Tahoma"/>
                <a:cs typeface="Tahoma"/>
              </a:rPr>
              <a:t>—</a:t>
            </a:r>
            <a:r>
              <a:rPr sz="1150" spc="45" dirty="0">
                <a:solidFill>
                  <a:srgbClr val="FFFFFF"/>
                </a:solidFill>
                <a:latin typeface="Tahoma"/>
                <a:cs typeface="Tahoma"/>
              </a:rPr>
              <a:t>repositorios</a:t>
            </a:r>
            <a:r>
              <a:rPr sz="1150" spc="-114" dirty="0">
                <a:solidFill>
                  <a:srgbClr val="FFFFFF"/>
                </a:solidFill>
                <a:latin typeface="Tahoma"/>
                <a:cs typeface="Tahoma"/>
              </a:rPr>
              <a:t> </a:t>
            </a:r>
            <a:r>
              <a:rPr sz="1150" spc="90" dirty="0">
                <a:solidFill>
                  <a:srgbClr val="FFFFFF"/>
                </a:solidFill>
                <a:latin typeface="Tahoma"/>
                <a:cs typeface="Tahoma"/>
              </a:rPr>
              <a:t>Cit</a:t>
            </a:r>
            <a:r>
              <a:rPr sz="1150" spc="-125" dirty="0">
                <a:solidFill>
                  <a:srgbClr val="FFFFFF"/>
                </a:solidFill>
                <a:latin typeface="Tahoma"/>
                <a:cs typeface="Tahoma"/>
              </a:rPr>
              <a:t> </a:t>
            </a:r>
            <a:r>
              <a:rPr sz="1150" spc="-10" dirty="0">
                <a:solidFill>
                  <a:srgbClr val="FFFFFF"/>
                </a:solidFill>
                <a:latin typeface="Tahoma"/>
                <a:cs typeface="Tahoma"/>
              </a:rPr>
              <a:t>sincronizados</a:t>
            </a:r>
            <a:endParaRPr sz="1150">
              <a:latin typeface="Tahoma"/>
              <a:cs typeface="Tahoma"/>
            </a:endParaRPr>
          </a:p>
        </p:txBody>
      </p:sp>
      <p:sp>
        <p:nvSpPr>
          <p:cNvPr id="10" name="object 10"/>
          <p:cNvSpPr txBox="1"/>
          <p:nvPr/>
        </p:nvSpPr>
        <p:spPr>
          <a:xfrm>
            <a:off x="794105" y="4112171"/>
            <a:ext cx="1201420" cy="520700"/>
          </a:xfrm>
          <a:prstGeom prst="rect">
            <a:avLst/>
          </a:prstGeom>
        </p:spPr>
        <p:txBody>
          <a:bodyPr vert="horz" wrap="square" lIns="0" tIns="84455" rIns="0" bIns="0" rtlCol="0">
            <a:spAutoFit/>
          </a:bodyPr>
          <a:lstStyle/>
          <a:p>
            <a:pPr marL="12700">
              <a:lnSpc>
                <a:spcPct val="100000"/>
              </a:lnSpc>
              <a:spcBef>
                <a:spcPts val="665"/>
              </a:spcBef>
            </a:pPr>
            <a:r>
              <a:rPr sz="1150" dirty="0">
                <a:solidFill>
                  <a:srgbClr val="FFFFFF"/>
                </a:solidFill>
                <a:latin typeface="Tahoma"/>
                <a:cs typeface="Tahoma"/>
              </a:rPr>
              <a:t>Los</a:t>
            </a:r>
            <a:r>
              <a:rPr sz="1150" spc="-114" dirty="0">
                <a:solidFill>
                  <a:srgbClr val="FFFFFF"/>
                </a:solidFill>
                <a:latin typeface="Tahoma"/>
                <a:cs typeface="Tahoma"/>
              </a:rPr>
              <a:t> </a:t>
            </a:r>
            <a:r>
              <a:rPr sz="1150" spc="50" dirty="0">
                <a:solidFill>
                  <a:srgbClr val="FFFFFF"/>
                </a:solidFill>
                <a:latin typeface="Tahoma"/>
                <a:cs typeface="Tahoma"/>
              </a:rPr>
              <a:t>notebooks</a:t>
            </a:r>
            <a:r>
              <a:rPr sz="1150" spc="-70" dirty="0">
                <a:solidFill>
                  <a:srgbClr val="FFFFFF"/>
                </a:solidFill>
                <a:latin typeface="Tahoma"/>
                <a:cs typeface="Tahoma"/>
              </a:rPr>
              <a:t> </a:t>
            </a:r>
            <a:r>
              <a:rPr sz="1150" spc="-25" dirty="0">
                <a:solidFill>
                  <a:srgbClr val="FFFFFF"/>
                </a:solidFill>
                <a:latin typeface="Tahoma"/>
                <a:cs typeface="Tahoma"/>
              </a:rPr>
              <a:t>en</a:t>
            </a:r>
            <a:endParaRPr sz="1150">
              <a:latin typeface="Tahoma"/>
              <a:cs typeface="Tahoma"/>
            </a:endParaRPr>
          </a:p>
          <a:p>
            <a:pPr marL="12700">
              <a:lnSpc>
                <a:spcPct val="100000"/>
              </a:lnSpc>
              <a:spcBef>
                <a:spcPts val="570"/>
              </a:spcBef>
            </a:pPr>
            <a:r>
              <a:rPr sz="1150" dirty="0">
                <a:solidFill>
                  <a:srgbClr val="FFFFFF"/>
                </a:solidFill>
                <a:latin typeface="Tahoma"/>
                <a:cs typeface="Tahoma"/>
              </a:rPr>
              <a:t>versiones</a:t>
            </a:r>
            <a:r>
              <a:rPr sz="1150" spc="15" dirty="0">
                <a:solidFill>
                  <a:srgbClr val="FFFFFF"/>
                </a:solidFill>
                <a:latin typeface="Tahoma"/>
                <a:cs typeface="Tahoma"/>
              </a:rPr>
              <a:t> </a:t>
            </a:r>
            <a:r>
              <a:rPr sz="1150" spc="-10" dirty="0">
                <a:solidFill>
                  <a:srgbClr val="FFFFFF"/>
                </a:solidFill>
                <a:latin typeface="Tahoma"/>
                <a:cs typeface="Tahoma"/>
              </a:rPr>
              <a:t>nativo.</a:t>
            </a:r>
            <a:endParaRPr sz="1150">
              <a:latin typeface="Tahoma"/>
              <a:cs typeface="Tahoma"/>
            </a:endParaRPr>
          </a:p>
        </p:txBody>
      </p:sp>
      <p:sp>
        <p:nvSpPr>
          <p:cNvPr id="8" name="object 8"/>
          <p:cNvSpPr txBox="1"/>
          <p:nvPr/>
        </p:nvSpPr>
        <p:spPr>
          <a:xfrm>
            <a:off x="2007742" y="4205223"/>
            <a:ext cx="419100" cy="178435"/>
          </a:xfrm>
          <a:prstGeom prst="rect">
            <a:avLst/>
          </a:prstGeom>
          <a:solidFill>
            <a:srgbClr val="2B404F"/>
          </a:solidFill>
        </p:spPr>
        <p:txBody>
          <a:bodyPr vert="horz" wrap="square" lIns="0" tIns="0" rIns="0" bIns="0" rtlCol="0">
            <a:spAutoFit/>
          </a:bodyPr>
          <a:lstStyle/>
          <a:p>
            <a:pPr>
              <a:lnSpc>
                <a:spcPts val="1315"/>
              </a:lnSpc>
            </a:pPr>
            <a:r>
              <a:rPr sz="1150" spc="-10" dirty="0">
                <a:solidFill>
                  <a:srgbClr val="FFFFFF"/>
                </a:solidFill>
                <a:latin typeface="Tahoma"/>
                <a:cs typeface="Tahoma"/>
              </a:rPr>
              <a:t>/Users</a:t>
            </a:r>
            <a:endParaRPr sz="1150">
              <a:latin typeface="Tahoma"/>
              <a:cs typeface="Tahoma"/>
            </a:endParaRPr>
          </a:p>
        </p:txBody>
      </p:sp>
      <p:sp>
        <p:nvSpPr>
          <p:cNvPr id="7" name="object 7"/>
          <p:cNvSpPr/>
          <p:nvPr/>
        </p:nvSpPr>
        <p:spPr>
          <a:xfrm>
            <a:off x="2548763" y="4205223"/>
            <a:ext cx="800100" cy="178435"/>
          </a:xfrm>
          <a:custGeom>
            <a:avLst/>
            <a:gdLst/>
            <a:ahLst/>
            <a:cxnLst/>
            <a:rect l="l" t="t" r="r" b="b"/>
            <a:pathLst>
              <a:path w="800100" h="178435">
                <a:moveTo>
                  <a:pt x="800100" y="0"/>
                </a:moveTo>
                <a:lnTo>
                  <a:pt x="768096" y="0"/>
                </a:lnTo>
                <a:lnTo>
                  <a:pt x="0" y="0"/>
                </a:lnTo>
                <a:lnTo>
                  <a:pt x="0" y="178308"/>
                </a:lnTo>
                <a:lnTo>
                  <a:pt x="768096" y="178308"/>
                </a:lnTo>
                <a:lnTo>
                  <a:pt x="800100" y="178308"/>
                </a:lnTo>
                <a:lnTo>
                  <a:pt x="800100" y="0"/>
                </a:lnTo>
                <a:close/>
              </a:path>
            </a:pathLst>
          </a:custGeom>
          <a:solidFill>
            <a:srgbClr val="2B404F"/>
          </a:solidFill>
        </p:spPr>
        <p:txBody>
          <a:bodyPr wrap="square" lIns="0" tIns="0" rIns="0" bIns="0" rtlCol="0"/>
          <a:lstStyle/>
          <a:p>
            <a:endParaRPr/>
          </a:p>
        </p:txBody>
      </p:sp>
      <p:sp>
        <p:nvSpPr>
          <p:cNvPr id="9" name="object 9"/>
          <p:cNvSpPr txBox="1"/>
          <p:nvPr/>
        </p:nvSpPr>
        <p:spPr>
          <a:xfrm>
            <a:off x="2447925" y="4183837"/>
            <a:ext cx="2238375" cy="201930"/>
          </a:xfrm>
          <a:prstGeom prst="rect">
            <a:avLst/>
          </a:prstGeom>
        </p:spPr>
        <p:txBody>
          <a:bodyPr vert="horz" wrap="square" lIns="0" tIns="13335" rIns="0" bIns="0" rtlCol="0">
            <a:spAutoFit/>
          </a:bodyPr>
          <a:lstStyle/>
          <a:p>
            <a:pPr marL="12700">
              <a:lnSpc>
                <a:spcPct val="100000"/>
              </a:lnSpc>
              <a:spcBef>
                <a:spcPts val="105"/>
              </a:spcBef>
            </a:pPr>
            <a:r>
              <a:rPr sz="1150" spc="-65" dirty="0">
                <a:solidFill>
                  <a:srgbClr val="FFFFFF"/>
                </a:solidFill>
                <a:latin typeface="Tahoma"/>
                <a:cs typeface="Tahoma"/>
              </a:rPr>
              <a:t>y</a:t>
            </a:r>
            <a:r>
              <a:rPr sz="1150" spc="-165" dirty="0">
                <a:solidFill>
                  <a:srgbClr val="FFFFFF"/>
                </a:solidFill>
                <a:latin typeface="Tahoma"/>
                <a:cs typeface="Tahoma"/>
              </a:rPr>
              <a:t> </a:t>
            </a:r>
            <a:r>
              <a:rPr sz="1150" dirty="0">
                <a:solidFill>
                  <a:srgbClr val="FFFFFF"/>
                </a:solidFill>
                <a:latin typeface="Tahoma"/>
                <a:cs typeface="Tahoma"/>
              </a:rPr>
              <a:t>/Workspace</a:t>
            </a:r>
            <a:r>
              <a:rPr sz="1150" spc="-65" dirty="0">
                <a:solidFill>
                  <a:srgbClr val="FFFFFF"/>
                </a:solidFill>
                <a:latin typeface="Tahoma"/>
                <a:cs typeface="Tahoma"/>
              </a:rPr>
              <a:t> </a:t>
            </a:r>
            <a:r>
              <a:rPr sz="1150" dirty="0">
                <a:solidFill>
                  <a:srgbClr val="FFFFFF"/>
                </a:solidFill>
                <a:latin typeface="Tahoma"/>
                <a:cs typeface="Tahoma"/>
              </a:rPr>
              <a:t>no</a:t>
            </a:r>
            <a:r>
              <a:rPr sz="1150" spc="-30" dirty="0">
                <a:solidFill>
                  <a:srgbClr val="FFFFFF"/>
                </a:solidFill>
                <a:latin typeface="Tahoma"/>
                <a:cs typeface="Tahoma"/>
              </a:rPr>
              <a:t> </a:t>
            </a:r>
            <a:r>
              <a:rPr sz="1150" spc="-10" dirty="0">
                <a:solidFill>
                  <a:srgbClr val="FFFFFF"/>
                </a:solidFill>
                <a:latin typeface="Tahoma"/>
                <a:cs typeface="Tahoma"/>
              </a:rPr>
              <a:t>tienen</a:t>
            </a:r>
            <a:r>
              <a:rPr sz="1150" spc="-150" dirty="0">
                <a:solidFill>
                  <a:srgbClr val="FFFFFF"/>
                </a:solidFill>
                <a:latin typeface="Tahoma"/>
                <a:cs typeface="Tahoma"/>
              </a:rPr>
              <a:t> </a:t>
            </a:r>
            <a:r>
              <a:rPr sz="1150" spc="55" dirty="0">
                <a:solidFill>
                  <a:srgbClr val="FFFFFF"/>
                </a:solidFill>
                <a:latin typeface="Tahoma"/>
                <a:cs typeface="Tahoma"/>
              </a:rPr>
              <a:t>control</a:t>
            </a:r>
            <a:r>
              <a:rPr sz="1150" spc="-65" dirty="0">
                <a:solidFill>
                  <a:srgbClr val="FFFFFF"/>
                </a:solidFill>
                <a:latin typeface="Tahoma"/>
                <a:cs typeface="Tahoma"/>
              </a:rPr>
              <a:t> </a:t>
            </a:r>
            <a:r>
              <a:rPr sz="1150" spc="-25" dirty="0">
                <a:solidFill>
                  <a:srgbClr val="FFFFFF"/>
                </a:solidFill>
                <a:latin typeface="Tahoma"/>
                <a:cs typeface="Tahoma"/>
              </a:rPr>
              <a:t>de</a:t>
            </a:r>
            <a:endParaRPr sz="1150">
              <a:latin typeface="Tahoma"/>
              <a:cs typeface="Tahoma"/>
            </a:endParaRPr>
          </a:p>
        </p:txBody>
      </p:sp>
      <p:graphicFrame>
        <p:nvGraphicFramePr>
          <p:cNvPr id="12" name="object 12"/>
          <p:cNvGraphicFramePr>
            <a:graphicFrameLocks noGrp="1"/>
          </p:cNvGraphicFramePr>
          <p:nvPr/>
        </p:nvGraphicFramePr>
        <p:xfrm>
          <a:off x="6519545" y="2475738"/>
          <a:ext cx="4924425" cy="2856864"/>
        </p:xfrm>
        <a:graphic>
          <a:graphicData uri="http://schemas.openxmlformats.org/drawingml/2006/table">
            <a:tbl>
              <a:tblPr firstRow="1" bandRow="1">
                <a:tableStyleId>{2D5ABB26-0587-4C30-8999-92F81FD0307C}</a:tableStyleId>
              </a:tblPr>
              <a:tblGrid>
                <a:gridCol w="2466975">
                  <a:extLst>
                    <a:ext uri="{9D8B030D-6E8A-4147-A177-3AD203B41FA5}">
                      <a16:colId xmlns:a16="http://schemas.microsoft.com/office/drawing/2014/main" val="20000"/>
                    </a:ext>
                  </a:extLst>
                </a:gridCol>
                <a:gridCol w="2457450">
                  <a:extLst>
                    <a:ext uri="{9D8B030D-6E8A-4147-A177-3AD203B41FA5}">
                      <a16:colId xmlns:a16="http://schemas.microsoft.com/office/drawing/2014/main" val="20001"/>
                    </a:ext>
                  </a:extLst>
                </a:gridCol>
              </a:tblGrid>
              <a:tr h="441959">
                <a:tc gridSpan="2">
                  <a:txBody>
                    <a:bodyPr/>
                    <a:lstStyle/>
                    <a:p>
                      <a:pPr marL="157480">
                        <a:lnSpc>
                          <a:spcPct val="100000"/>
                        </a:lnSpc>
                        <a:spcBef>
                          <a:spcPts val="815"/>
                        </a:spcBef>
                        <a:tabLst>
                          <a:tab pos="2618740" algn="l"/>
                        </a:tabLst>
                      </a:pPr>
                      <a:r>
                        <a:rPr sz="1200" b="1" spc="-10" dirty="0">
                          <a:solidFill>
                            <a:srgbClr val="2A404F"/>
                          </a:solidFill>
                          <a:latin typeface="Trebuchet MS"/>
                          <a:cs typeface="Trebuchet MS"/>
                        </a:rPr>
                        <a:t>NotebooksenWorkspace</a:t>
                      </a:r>
                      <a:r>
                        <a:rPr sz="1200" b="1" dirty="0">
                          <a:solidFill>
                            <a:srgbClr val="2A404F"/>
                          </a:solidFill>
                          <a:latin typeface="Trebuchet MS"/>
                          <a:cs typeface="Trebuchet MS"/>
                        </a:rPr>
                        <a:t>	</a:t>
                      </a:r>
                      <a:r>
                        <a:rPr sz="1200" b="1" spc="-10" dirty="0">
                          <a:solidFill>
                            <a:srgbClr val="2A404F"/>
                          </a:solidFill>
                          <a:latin typeface="Trebuchet MS"/>
                          <a:cs typeface="Trebuchet MS"/>
                        </a:rPr>
                        <a:t>NotebooksenRepos</a:t>
                      </a:r>
                      <a:endParaRPr sz="1200">
                        <a:latin typeface="Trebuchet MS"/>
                        <a:cs typeface="Trebuchet MS"/>
                      </a:endParaRPr>
                    </a:p>
                  </a:txBody>
                  <a:tcPr marL="0" marR="0" marT="103505" marB="0">
                    <a:lnL w="12700">
                      <a:solidFill>
                        <a:srgbClr val="7E7E7E"/>
                      </a:solidFill>
                      <a:prstDash val="solid"/>
                    </a:lnL>
                    <a:lnR w="12700">
                      <a:solidFill>
                        <a:srgbClr val="7E7E7E"/>
                      </a:solidFill>
                      <a:prstDash val="solid"/>
                    </a:lnR>
                    <a:lnT w="12700">
                      <a:solidFill>
                        <a:srgbClr val="7E7E7E"/>
                      </a:solidFill>
                      <a:prstDash val="solid"/>
                    </a:lnT>
                    <a:solidFill>
                      <a:srgbClr val="F1F1F1">
                        <a:alpha val="14901"/>
                      </a:srgbClr>
                    </a:solidFill>
                  </a:tcPr>
                </a:tc>
                <a:tc hMerge="1">
                  <a:txBody>
                    <a:bodyPr/>
                    <a:lstStyle/>
                    <a:p>
                      <a:endParaRPr/>
                    </a:p>
                  </a:txBody>
                  <a:tcPr marL="0" marR="0" marT="0" marB="0"/>
                </a:tc>
                <a:extLst>
                  <a:ext uri="{0D108BD9-81ED-4DB2-BD59-A6C34878D82A}">
                    <a16:rowId xmlns:a16="http://schemas.microsoft.com/office/drawing/2014/main" val="10000"/>
                  </a:ext>
                </a:extLst>
              </a:tr>
              <a:tr h="437515">
                <a:tc>
                  <a:txBody>
                    <a:bodyPr/>
                    <a:lstStyle/>
                    <a:p>
                      <a:pPr marL="157480">
                        <a:lnSpc>
                          <a:spcPct val="100000"/>
                        </a:lnSpc>
                        <a:spcBef>
                          <a:spcPts val="785"/>
                        </a:spcBef>
                      </a:pPr>
                      <a:r>
                        <a:rPr sz="1200" dirty="0">
                          <a:solidFill>
                            <a:srgbClr val="2A404F"/>
                          </a:solidFill>
                          <a:latin typeface="Tahoma"/>
                          <a:cs typeface="Tahoma"/>
                        </a:rPr>
                        <a:t>Sin</a:t>
                      </a:r>
                      <a:r>
                        <a:rPr sz="1200" spc="-125" dirty="0">
                          <a:solidFill>
                            <a:srgbClr val="2A404F"/>
                          </a:solidFill>
                          <a:latin typeface="Tahoma"/>
                          <a:cs typeface="Tahoma"/>
                        </a:rPr>
                        <a:t> </a:t>
                      </a:r>
                      <a:r>
                        <a:rPr sz="1200" dirty="0">
                          <a:solidFill>
                            <a:srgbClr val="2A404F"/>
                          </a:solidFill>
                          <a:latin typeface="Tahoma"/>
                          <a:cs typeface="Tahoma"/>
                        </a:rPr>
                        <a:t>historial</a:t>
                      </a:r>
                      <a:r>
                        <a:rPr sz="1200" spc="-75" dirty="0">
                          <a:solidFill>
                            <a:srgbClr val="2A404F"/>
                          </a:solidFill>
                          <a:latin typeface="Tahoma"/>
                          <a:cs typeface="Tahoma"/>
                        </a:rPr>
                        <a:t> </a:t>
                      </a:r>
                      <a:r>
                        <a:rPr sz="1200" dirty="0">
                          <a:solidFill>
                            <a:srgbClr val="2A404F"/>
                          </a:solidFill>
                          <a:latin typeface="Tahoma"/>
                          <a:cs typeface="Tahoma"/>
                        </a:rPr>
                        <a:t>de</a:t>
                      </a:r>
                      <a:r>
                        <a:rPr sz="1200" spc="-10" dirty="0">
                          <a:solidFill>
                            <a:srgbClr val="2A404F"/>
                          </a:solidFill>
                          <a:latin typeface="Tahoma"/>
                          <a:cs typeface="Tahoma"/>
                        </a:rPr>
                        <a:t> versiones</a:t>
                      </a:r>
                      <a:endParaRPr sz="1200">
                        <a:latin typeface="Tahoma"/>
                        <a:cs typeface="Tahoma"/>
                      </a:endParaRPr>
                    </a:p>
                  </a:txBody>
                  <a:tcPr marL="0" marR="0" marT="99695" marB="0">
                    <a:lnL w="12700">
                      <a:solidFill>
                        <a:srgbClr val="7E7E7E"/>
                      </a:solidFill>
                      <a:prstDash val="solid"/>
                    </a:lnL>
                    <a:lnR w="9525">
                      <a:solidFill>
                        <a:srgbClr val="FFFAF5"/>
                      </a:solidFill>
                      <a:prstDash val="solid"/>
                    </a:lnR>
                    <a:solidFill>
                      <a:srgbClr val="000000">
                        <a:alpha val="3921"/>
                      </a:srgbClr>
                    </a:solidFill>
                  </a:tcPr>
                </a:tc>
                <a:tc>
                  <a:txBody>
                    <a:bodyPr/>
                    <a:lstStyle/>
                    <a:p>
                      <a:pPr marL="151765">
                        <a:lnSpc>
                          <a:spcPct val="100000"/>
                        </a:lnSpc>
                        <a:spcBef>
                          <a:spcPts val="785"/>
                        </a:spcBef>
                      </a:pPr>
                      <a:r>
                        <a:rPr sz="1200" dirty="0">
                          <a:solidFill>
                            <a:srgbClr val="2A404F"/>
                          </a:solidFill>
                          <a:latin typeface="Tahoma"/>
                          <a:cs typeface="Tahoma"/>
                        </a:rPr>
                        <a:t>Versionados</a:t>
                      </a:r>
                      <a:r>
                        <a:rPr sz="1200" spc="-55" dirty="0">
                          <a:solidFill>
                            <a:srgbClr val="2A404F"/>
                          </a:solidFill>
                          <a:latin typeface="Tahoma"/>
                          <a:cs typeface="Tahoma"/>
                        </a:rPr>
                        <a:t> </a:t>
                      </a:r>
                      <a:r>
                        <a:rPr sz="1200" spc="75" dirty="0">
                          <a:solidFill>
                            <a:srgbClr val="2A404F"/>
                          </a:solidFill>
                          <a:latin typeface="Tahoma"/>
                          <a:cs typeface="Tahoma"/>
                        </a:rPr>
                        <a:t>con</a:t>
                      </a:r>
                      <a:r>
                        <a:rPr sz="1200" spc="45" dirty="0">
                          <a:solidFill>
                            <a:srgbClr val="2A404F"/>
                          </a:solidFill>
                          <a:latin typeface="Tahoma"/>
                          <a:cs typeface="Tahoma"/>
                        </a:rPr>
                        <a:t> Git</a:t>
                      </a:r>
                      <a:endParaRPr sz="1200">
                        <a:latin typeface="Tahoma"/>
                        <a:cs typeface="Tahoma"/>
                      </a:endParaRPr>
                    </a:p>
                  </a:txBody>
                  <a:tcPr marL="0" marR="0" marT="99695" marB="0">
                    <a:lnL w="9525">
                      <a:solidFill>
                        <a:srgbClr val="FFFAF5"/>
                      </a:solidFill>
                      <a:prstDash val="solid"/>
                    </a:lnL>
                    <a:lnR w="12700">
                      <a:solidFill>
                        <a:srgbClr val="7E7E7E"/>
                      </a:solidFill>
                      <a:prstDash val="solid"/>
                    </a:lnR>
                    <a:solidFill>
                      <a:srgbClr val="000000">
                        <a:alpha val="3921"/>
                      </a:srgbClr>
                    </a:solidFill>
                  </a:tcPr>
                </a:tc>
                <a:extLst>
                  <a:ext uri="{0D108BD9-81ED-4DB2-BD59-A6C34878D82A}">
                    <a16:rowId xmlns:a16="http://schemas.microsoft.com/office/drawing/2014/main" val="10001"/>
                  </a:ext>
                </a:extLst>
              </a:tr>
              <a:tr h="675005">
                <a:tc>
                  <a:txBody>
                    <a:bodyPr/>
                    <a:lstStyle/>
                    <a:p>
                      <a:pPr marL="157480">
                        <a:lnSpc>
                          <a:spcPct val="100000"/>
                        </a:lnSpc>
                        <a:spcBef>
                          <a:spcPts val="785"/>
                        </a:spcBef>
                      </a:pPr>
                      <a:r>
                        <a:rPr sz="1200" spc="60" dirty="0">
                          <a:solidFill>
                            <a:srgbClr val="2A404F"/>
                          </a:solidFill>
                          <a:latin typeface="Tahoma"/>
                          <a:cs typeface="Tahoma"/>
                        </a:rPr>
                        <a:t>Edición</a:t>
                      </a:r>
                      <a:r>
                        <a:rPr sz="1200" spc="-65" dirty="0">
                          <a:solidFill>
                            <a:srgbClr val="2A404F"/>
                          </a:solidFill>
                          <a:latin typeface="Tahoma"/>
                          <a:cs typeface="Tahoma"/>
                        </a:rPr>
                        <a:t> </a:t>
                      </a:r>
                      <a:r>
                        <a:rPr sz="1200" dirty="0">
                          <a:solidFill>
                            <a:srgbClr val="2A404F"/>
                          </a:solidFill>
                          <a:latin typeface="Tahoma"/>
                          <a:cs typeface="Tahoma"/>
                        </a:rPr>
                        <a:t>directa</a:t>
                      </a:r>
                      <a:r>
                        <a:rPr sz="1200" spc="-105" dirty="0">
                          <a:solidFill>
                            <a:srgbClr val="2A404F"/>
                          </a:solidFill>
                          <a:latin typeface="Tahoma"/>
                          <a:cs typeface="Tahoma"/>
                        </a:rPr>
                        <a:t> </a:t>
                      </a:r>
                      <a:r>
                        <a:rPr sz="1200" dirty="0">
                          <a:solidFill>
                            <a:srgbClr val="2A404F"/>
                          </a:solidFill>
                          <a:latin typeface="Tahoma"/>
                          <a:cs typeface="Tahoma"/>
                        </a:rPr>
                        <a:t>sin</a:t>
                      </a:r>
                      <a:r>
                        <a:rPr sz="1200" spc="-85" dirty="0">
                          <a:solidFill>
                            <a:srgbClr val="2A404F"/>
                          </a:solidFill>
                          <a:latin typeface="Tahoma"/>
                          <a:cs typeface="Tahoma"/>
                        </a:rPr>
                        <a:t> </a:t>
                      </a:r>
                      <a:r>
                        <a:rPr sz="1200" spc="-10" dirty="0">
                          <a:solidFill>
                            <a:srgbClr val="2A404F"/>
                          </a:solidFill>
                          <a:latin typeface="Tahoma"/>
                          <a:cs typeface="Tahoma"/>
                        </a:rPr>
                        <a:t>revisión</a:t>
                      </a:r>
                      <a:endParaRPr sz="1200">
                        <a:latin typeface="Tahoma"/>
                        <a:cs typeface="Tahoma"/>
                      </a:endParaRPr>
                    </a:p>
                  </a:txBody>
                  <a:tcPr marL="0" marR="0" marT="99695" marB="0">
                    <a:lnL w="12700">
                      <a:solidFill>
                        <a:srgbClr val="7E7E7E"/>
                      </a:solidFill>
                      <a:prstDash val="solid"/>
                    </a:lnL>
                    <a:lnR w="9525">
                      <a:solidFill>
                        <a:srgbClr val="FFFAF5"/>
                      </a:solidFill>
                      <a:prstDash val="solid"/>
                    </a:lnR>
                    <a:solidFill>
                      <a:srgbClr val="FFFFFF">
                        <a:alpha val="3921"/>
                      </a:srgbClr>
                    </a:solidFill>
                  </a:tcPr>
                </a:tc>
                <a:tc>
                  <a:txBody>
                    <a:bodyPr/>
                    <a:lstStyle/>
                    <a:p>
                      <a:pPr marL="151765" marR="861060">
                        <a:lnSpc>
                          <a:spcPct val="136700"/>
                        </a:lnSpc>
                        <a:spcBef>
                          <a:spcPts val="120"/>
                        </a:spcBef>
                      </a:pPr>
                      <a:r>
                        <a:rPr sz="1200" spc="-25" dirty="0">
                          <a:solidFill>
                            <a:srgbClr val="2A404F"/>
                          </a:solidFill>
                          <a:latin typeface="Tahoma"/>
                          <a:cs typeface="Tahoma"/>
                        </a:rPr>
                        <a:t>Ramas,</a:t>
                      </a:r>
                      <a:r>
                        <a:rPr sz="1200" spc="-155" dirty="0">
                          <a:solidFill>
                            <a:srgbClr val="2A404F"/>
                          </a:solidFill>
                          <a:latin typeface="Tahoma"/>
                          <a:cs typeface="Tahoma"/>
                        </a:rPr>
                        <a:t> </a:t>
                      </a:r>
                      <a:r>
                        <a:rPr sz="1200" dirty="0">
                          <a:solidFill>
                            <a:srgbClr val="2A404F"/>
                          </a:solidFill>
                          <a:latin typeface="Tahoma"/>
                          <a:cs typeface="Tahoma"/>
                        </a:rPr>
                        <a:t>Pull</a:t>
                      </a:r>
                      <a:r>
                        <a:rPr sz="1200" spc="-125" dirty="0">
                          <a:solidFill>
                            <a:srgbClr val="2A404F"/>
                          </a:solidFill>
                          <a:latin typeface="Tahoma"/>
                          <a:cs typeface="Tahoma"/>
                        </a:rPr>
                        <a:t> </a:t>
                      </a:r>
                      <a:r>
                        <a:rPr sz="1200" spc="-10" dirty="0">
                          <a:solidFill>
                            <a:srgbClr val="2A404F"/>
                          </a:solidFill>
                          <a:latin typeface="Tahoma"/>
                          <a:cs typeface="Tahoma"/>
                        </a:rPr>
                        <a:t>Requests, </a:t>
                      </a:r>
                      <a:r>
                        <a:rPr sz="1200" spc="-20" dirty="0">
                          <a:solidFill>
                            <a:srgbClr val="2A404F"/>
                          </a:solidFill>
                          <a:latin typeface="Tahoma"/>
                          <a:cs typeface="Tahoma"/>
                        </a:rPr>
                        <a:t>revisión</a:t>
                      </a:r>
                      <a:r>
                        <a:rPr sz="1200" spc="-90" dirty="0">
                          <a:solidFill>
                            <a:srgbClr val="2A404F"/>
                          </a:solidFill>
                          <a:latin typeface="Tahoma"/>
                          <a:cs typeface="Tahoma"/>
                        </a:rPr>
                        <a:t> </a:t>
                      </a:r>
                      <a:r>
                        <a:rPr sz="1200" dirty="0">
                          <a:solidFill>
                            <a:srgbClr val="2A404F"/>
                          </a:solidFill>
                          <a:latin typeface="Tahoma"/>
                          <a:cs typeface="Tahoma"/>
                        </a:rPr>
                        <a:t>de</a:t>
                      </a:r>
                      <a:r>
                        <a:rPr sz="1200" spc="30" dirty="0">
                          <a:solidFill>
                            <a:srgbClr val="2A404F"/>
                          </a:solidFill>
                          <a:latin typeface="Tahoma"/>
                          <a:cs typeface="Tahoma"/>
                        </a:rPr>
                        <a:t> </a:t>
                      </a:r>
                      <a:r>
                        <a:rPr sz="1200" spc="45" dirty="0">
                          <a:solidFill>
                            <a:srgbClr val="2A404F"/>
                          </a:solidFill>
                          <a:latin typeface="Tahoma"/>
                          <a:cs typeface="Tahoma"/>
                        </a:rPr>
                        <a:t>código</a:t>
                      </a:r>
                      <a:endParaRPr sz="1200">
                        <a:latin typeface="Tahoma"/>
                        <a:cs typeface="Tahoma"/>
                      </a:endParaRPr>
                    </a:p>
                  </a:txBody>
                  <a:tcPr marL="0" marR="0" marT="15240" marB="0">
                    <a:lnL w="9525">
                      <a:solidFill>
                        <a:srgbClr val="FFFAF5"/>
                      </a:solidFill>
                      <a:prstDash val="solid"/>
                    </a:lnL>
                    <a:lnR w="12700">
                      <a:solidFill>
                        <a:srgbClr val="7E7E7E"/>
                      </a:solidFill>
                      <a:prstDash val="solid"/>
                    </a:lnR>
                    <a:solidFill>
                      <a:srgbClr val="FFFFFF">
                        <a:alpha val="3921"/>
                      </a:srgbClr>
                    </a:solidFill>
                  </a:tcPr>
                </a:tc>
                <a:extLst>
                  <a:ext uri="{0D108BD9-81ED-4DB2-BD59-A6C34878D82A}">
                    <a16:rowId xmlns:a16="http://schemas.microsoft.com/office/drawing/2014/main" val="10002"/>
                  </a:ext>
                </a:extLst>
              </a:tr>
              <a:tr h="676275">
                <a:tc>
                  <a:txBody>
                    <a:bodyPr/>
                    <a:lstStyle/>
                    <a:p>
                      <a:pPr marL="157480">
                        <a:lnSpc>
                          <a:spcPct val="100000"/>
                        </a:lnSpc>
                        <a:spcBef>
                          <a:spcPts val="785"/>
                        </a:spcBef>
                      </a:pPr>
                      <a:r>
                        <a:rPr sz="1200" spc="-10" dirty="0">
                          <a:solidFill>
                            <a:srgbClr val="2A404F"/>
                          </a:solidFill>
                          <a:latin typeface="Tahoma"/>
                          <a:cs typeface="Tahoma"/>
                        </a:rPr>
                        <a:t>Sin</a:t>
                      </a:r>
                      <a:r>
                        <a:rPr sz="1200" spc="-200" dirty="0">
                          <a:solidFill>
                            <a:srgbClr val="2A404F"/>
                          </a:solidFill>
                          <a:latin typeface="Tahoma"/>
                          <a:cs typeface="Tahoma"/>
                        </a:rPr>
                        <a:t> </a:t>
                      </a:r>
                      <a:r>
                        <a:rPr sz="1200" spc="55" dirty="0">
                          <a:solidFill>
                            <a:srgbClr val="2A404F"/>
                          </a:solidFill>
                          <a:latin typeface="Tahoma"/>
                          <a:cs typeface="Tahoma"/>
                        </a:rPr>
                        <a:t>proceso</a:t>
                      </a:r>
                      <a:r>
                        <a:rPr sz="1200" spc="-60" dirty="0">
                          <a:solidFill>
                            <a:srgbClr val="2A404F"/>
                          </a:solidFill>
                          <a:latin typeface="Tahoma"/>
                          <a:cs typeface="Tahoma"/>
                        </a:rPr>
                        <a:t> </a:t>
                      </a:r>
                      <a:r>
                        <a:rPr sz="1200" spc="-20" dirty="0">
                          <a:solidFill>
                            <a:srgbClr val="2A404F"/>
                          </a:solidFill>
                          <a:latin typeface="Tahoma"/>
                          <a:cs typeface="Tahoma"/>
                        </a:rPr>
                        <a:t>CI/CD</a:t>
                      </a:r>
                      <a:endParaRPr sz="1200">
                        <a:latin typeface="Tahoma"/>
                        <a:cs typeface="Tahoma"/>
                      </a:endParaRPr>
                    </a:p>
                  </a:txBody>
                  <a:tcPr marL="0" marR="0" marT="99695" marB="0">
                    <a:lnL w="12700">
                      <a:solidFill>
                        <a:srgbClr val="7E7E7E"/>
                      </a:solidFill>
                      <a:prstDash val="solid"/>
                    </a:lnL>
                    <a:lnR w="9525">
                      <a:solidFill>
                        <a:srgbClr val="FFFAF5"/>
                      </a:solidFill>
                      <a:prstDash val="solid"/>
                    </a:lnR>
                    <a:solidFill>
                      <a:srgbClr val="000000">
                        <a:alpha val="3921"/>
                      </a:srgbClr>
                    </a:solidFill>
                  </a:tcPr>
                </a:tc>
                <a:tc>
                  <a:txBody>
                    <a:bodyPr/>
                    <a:lstStyle/>
                    <a:p>
                      <a:pPr marL="151765" marR="845185">
                        <a:lnSpc>
                          <a:spcPct val="141000"/>
                        </a:lnSpc>
                        <a:spcBef>
                          <a:spcPts val="45"/>
                        </a:spcBef>
                      </a:pPr>
                      <a:r>
                        <a:rPr sz="1200" spc="-25" dirty="0">
                          <a:solidFill>
                            <a:srgbClr val="2A404F"/>
                          </a:solidFill>
                          <a:latin typeface="Tahoma"/>
                          <a:cs typeface="Tahoma"/>
                        </a:rPr>
                        <a:t>Integración</a:t>
                      </a:r>
                      <a:r>
                        <a:rPr sz="1200" spc="-90" dirty="0">
                          <a:solidFill>
                            <a:srgbClr val="2A404F"/>
                          </a:solidFill>
                          <a:latin typeface="Tahoma"/>
                          <a:cs typeface="Tahoma"/>
                        </a:rPr>
                        <a:t> </a:t>
                      </a:r>
                      <a:r>
                        <a:rPr sz="1200" spc="75" dirty="0">
                          <a:solidFill>
                            <a:srgbClr val="2A404F"/>
                          </a:solidFill>
                          <a:latin typeface="Tahoma"/>
                          <a:cs typeface="Tahoma"/>
                        </a:rPr>
                        <a:t>con</a:t>
                      </a:r>
                      <a:r>
                        <a:rPr sz="1200" spc="-10" dirty="0">
                          <a:solidFill>
                            <a:srgbClr val="2A404F"/>
                          </a:solidFill>
                          <a:latin typeface="Tahoma"/>
                          <a:cs typeface="Tahoma"/>
                        </a:rPr>
                        <a:t> </a:t>
                      </a:r>
                      <a:r>
                        <a:rPr sz="1200" spc="-35" dirty="0">
                          <a:solidFill>
                            <a:srgbClr val="2A404F"/>
                          </a:solidFill>
                          <a:latin typeface="Tahoma"/>
                          <a:cs typeface="Tahoma"/>
                        </a:rPr>
                        <a:t>Azure </a:t>
                      </a:r>
                      <a:r>
                        <a:rPr sz="1200" spc="20" dirty="0">
                          <a:solidFill>
                            <a:srgbClr val="2A404F"/>
                          </a:solidFill>
                          <a:latin typeface="Tahoma"/>
                          <a:cs typeface="Tahoma"/>
                        </a:rPr>
                        <a:t>DevOps</a:t>
                      </a:r>
                      <a:r>
                        <a:rPr sz="1200" spc="-80" dirty="0">
                          <a:solidFill>
                            <a:srgbClr val="2A404F"/>
                          </a:solidFill>
                          <a:latin typeface="Tahoma"/>
                          <a:cs typeface="Tahoma"/>
                        </a:rPr>
                        <a:t> </a:t>
                      </a:r>
                      <a:r>
                        <a:rPr sz="1200" spc="-10" dirty="0">
                          <a:solidFill>
                            <a:srgbClr val="2A404F"/>
                          </a:solidFill>
                          <a:latin typeface="Tahoma"/>
                          <a:cs typeface="Tahoma"/>
                        </a:rPr>
                        <a:t>/GitHub</a:t>
                      </a:r>
                      <a:endParaRPr sz="1200">
                        <a:latin typeface="Tahoma"/>
                        <a:cs typeface="Tahoma"/>
                      </a:endParaRPr>
                    </a:p>
                  </a:txBody>
                  <a:tcPr marL="0" marR="0" marT="5715" marB="0">
                    <a:lnL w="9525">
                      <a:solidFill>
                        <a:srgbClr val="FFFAF5"/>
                      </a:solidFill>
                      <a:prstDash val="solid"/>
                    </a:lnL>
                    <a:lnR w="12700">
                      <a:solidFill>
                        <a:srgbClr val="7E7E7E"/>
                      </a:solidFill>
                      <a:prstDash val="solid"/>
                    </a:lnR>
                    <a:solidFill>
                      <a:srgbClr val="000000">
                        <a:alpha val="3921"/>
                      </a:srgbClr>
                    </a:solidFill>
                  </a:tcPr>
                </a:tc>
                <a:extLst>
                  <a:ext uri="{0D108BD9-81ED-4DB2-BD59-A6C34878D82A}">
                    <a16:rowId xmlns:a16="http://schemas.microsoft.com/office/drawing/2014/main" val="10003"/>
                  </a:ext>
                </a:extLst>
              </a:tr>
              <a:tr h="626110">
                <a:tc gridSpan="2">
                  <a:txBody>
                    <a:bodyPr/>
                    <a:lstStyle/>
                    <a:p>
                      <a:pPr marL="157480">
                        <a:lnSpc>
                          <a:spcPct val="100000"/>
                        </a:lnSpc>
                        <a:spcBef>
                          <a:spcPts val="860"/>
                        </a:spcBef>
                        <a:tabLst>
                          <a:tab pos="2618740" algn="l"/>
                        </a:tabLst>
                      </a:pPr>
                      <a:r>
                        <a:rPr sz="1200" spc="55" dirty="0">
                          <a:solidFill>
                            <a:srgbClr val="2A404F"/>
                          </a:solidFill>
                          <a:latin typeface="Tahoma"/>
                          <a:cs typeface="Tahoma"/>
                        </a:rPr>
                        <a:t>Aceptable</a:t>
                      </a:r>
                      <a:r>
                        <a:rPr sz="1200" spc="-185" dirty="0">
                          <a:solidFill>
                            <a:srgbClr val="2A404F"/>
                          </a:solidFill>
                          <a:latin typeface="Tahoma"/>
                          <a:cs typeface="Tahoma"/>
                        </a:rPr>
                        <a:t> </a:t>
                      </a:r>
                      <a:r>
                        <a:rPr sz="1200" spc="65" dirty="0">
                          <a:solidFill>
                            <a:srgbClr val="2A404F"/>
                          </a:solidFill>
                          <a:latin typeface="Tahoma"/>
                          <a:cs typeface="Tahoma"/>
                        </a:rPr>
                        <a:t>solo</a:t>
                      </a:r>
                      <a:r>
                        <a:rPr sz="1200" spc="-155" dirty="0">
                          <a:solidFill>
                            <a:srgbClr val="2A404F"/>
                          </a:solidFill>
                          <a:latin typeface="Tahoma"/>
                          <a:cs typeface="Tahoma"/>
                        </a:rPr>
                        <a:t> </a:t>
                      </a:r>
                      <a:r>
                        <a:rPr sz="1200" spc="-25" dirty="0">
                          <a:solidFill>
                            <a:srgbClr val="2A404F"/>
                          </a:solidFill>
                          <a:latin typeface="Tahoma"/>
                          <a:cs typeface="Tahoma"/>
                        </a:rPr>
                        <a:t>en</a:t>
                      </a:r>
                      <a:r>
                        <a:rPr sz="1200" dirty="0">
                          <a:solidFill>
                            <a:srgbClr val="2A404F"/>
                          </a:solidFill>
                          <a:latin typeface="Tahoma"/>
                          <a:cs typeface="Tahoma"/>
                        </a:rPr>
                        <a:t>	</a:t>
                      </a:r>
                      <a:r>
                        <a:rPr sz="1200" b="1" spc="-35" dirty="0">
                          <a:solidFill>
                            <a:srgbClr val="2A404F"/>
                          </a:solidFill>
                          <a:latin typeface="Trebuchet MS"/>
                          <a:cs typeface="Trebuchet MS"/>
                        </a:rPr>
                        <a:t>Obligatorio</a:t>
                      </a:r>
                      <a:r>
                        <a:rPr sz="1200" b="1" spc="-145" dirty="0">
                          <a:solidFill>
                            <a:srgbClr val="2A404F"/>
                          </a:solidFill>
                          <a:latin typeface="Trebuchet MS"/>
                          <a:cs typeface="Trebuchet MS"/>
                        </a:rPr>
                        <a:t> </a:t>
                      </a:r>
                      <a:r>
                        <a:rPr sz="1200" b="1" spc="-10" dirty="0">
                          <a:solidFill>
                            <a:srgbClr val="2A404F"/>
                          </a:solidFill>
                          <a:latin typeface="Trebuchet MS"/>
                          <a:cs typeface="Trebuchet MS"/>
                        </a:rPr>
                        <a:t>enproducción</a:t>
                      </a:r>
                      <a:endParaRPr sz="1200">
                        <a:latin typeface="Trebuchet MS"/>
                        <a:cs typeface="Trebuchet MS"/>
                      </a:endParaRPr>
                    </a:p>
                    <a:p>
                      <a:pPr marL="157480">
                        <a:lnSpc>
                          <a:spcPct val="100000"/>
                        </a:lnSpc>
                        <a:spcBef>
                          <a:spcPts val="505"/>
                        </a:spcBef>
                      </a:pPr>
                      <a:r>
                        <a:rPr sz="1200" spc="-10" dirty="0">
                          <a:solidFill>
                            <a:srgbClr val="2A404F"/>
                          </a:solidFill>
                          <a:latin typeface="Tahoma"/>
                          <a:cs typeface="Tahoma"/>
                        </a:rPr>
                        <a:t>exploración</a:t>
                      </a:r>
                      <a:endParaRPr sz="1200">
                        <a:latin typeface="Tahoma"/>
                        <a:cs typeface="Tahoma"/>
                      </a:endParaRPr>
                    </a:p>
                  </a:txBody>
                  <a:tcPr marL="0" marR="0" marT="109220" marB="0">
                    <a:lnL w="12700">
                      <a:solidFill>
                        <a:srgbClr val="7E7E7E"/>
                      </a:solidFill>
                      <a:prstDash val="solid"/>
                    </a:lnL>
                    <a:lnR w="12700">
                      <a:solidFill>
                        <a:srgbClr val="7E7E7E"/>
                      </a:solidFill>
                      <a:prstDash val="solid"/>
                    </a:lnR>
                    <a:lnB w="12700">
                      <a:solidFill>
                        <a:srgbClr val="7E7E7E"/>
                      </a:solidFill>
                      <a:prstDash val="solid"/>
                    </a:lnB>
                    <a:solidFill>
                      <a:srgbClr val="F1F1F1">
                        <a:alpha val="14901"/>
                      </a:srgbClr>
                    </a:solidFill>
                  </a:tcPr>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5" dirty="0"/>
              <a:t>Databricks</a:t>
            </a:r>
            <a:r>
              <a:rPr spc="-90" dirty="0"/>
              <a:t> </a:t>
            </a:r>
            <a:r>
              <a:rPr spc="95" dirty="0"/>
              <a:t>Repos</a:t>
            </a:r>
            <a:r>
              <a:rPr spc="-120" dirty="0"/>
              <a:t> </a:t>
            </a:r>
            <a:r>
              <a:rPr dirty="0"/>
              <a:t>e</a:t>
            </a:r>
            <a:r>
              <a:rPr spc="-120" dirty="0"/>
              <a:t> </a:t>
            </a:r>
            <a:r>
              <a:rPr dirty="0"/>
              <a:t>Integración</a:t>
            </a:r>
            <a:r>
              <a:rPr spc="-120" dirty="0"/>
              <a:t> </a:t>
            </a:r>
            <a:r>
              <a:rPr spc="90" dirty="0"/>
              <a:t>Git</a:t>
            </a:r>
          </a:p>
          <a:p>
            <a:pPr marL="12700" marR="5080">
              <a:lnSpc>
                <a:spcPct val="136500"/>
              </a:lnSpc>
              <a:spcBef>
                <a:spcPts val="555"/>
              </a:spcBef>
            </a:pPr>
            <a:r>
              <a:rPr sz="1150" dirty="0">
                <a:solidFill>
                  <a:srgbClr val="2B404F"/>
                </a:solidFill>
              </a:rPr>
              <a:t>Databricks</a:t>
            </a:r>
            <a:r>
              <a:rPr sz="1150" spc="-5" dirty="0">
                <a:solidFill>
                  <a:srgbClr val="2B404F"/>
                </a:solidFill>
              </a:rPr>
              <a:t> </a:t>
            </a:r>
            <a:r>
              <a:rPr sz="1150" dirty="0">
                <a:solidFill>
                  <a:srgbClr val="2B404F"/>
                </a:solidFill>
              </a:rPr>
              <a:t>Repos</a:t>
            </a:r>
            <a:r>
              <a:rPr sz="1150" spc="-25" dirty="0">
                <a:solidFill>
                  <a:srgbClr val="2B404F"/>
                </a:solidFill>
              </a:rPr>
              <a:t> </a:t>
            </a:r>
            <a:r>
              <a:rPr sz="1150" dirty="0">
                <a:solidFill>
                  <a:srgbClr val="2B404F"/>
                </a:solidFill>
              </a:rPr>
              <a:t>conecta</a:t>
            </a:r>
            <a:r>
              <a:rPr sz="1150" spc="-25" dirty="0">
                <a:solidFill>
                  <a:srgbClr val="2B404F"/>
                </a:solidFill>
              </a:rPr>
              <a:t> </a:t>
            </a:r>
            <a:r>
              <a:rPr sz="1150" dirty="0">
                <a:solidFill>
                  <a:srgbClr val="2B404F"/>
                </a:solidFill>
              </a:rPr>
              <a:t>el</a:t>
            </a:r>
            <a:r>
              <a:rPr sz="1150" spc="-15" dirty="0">
                <a:solidFill>
                  <a:srgbClr val="2B404F"/>
                </a:solidFill>
              </a:rPr>
              <a:t> </a:t>
            </a:r>
            <a:r>
              <a:rPr sz="1150" dirty="0">
                <a:solidFill>
                  <a:srgbClr val="2B404F"/>
                </a:solidFill>
              </a:rPr>
              <a:t>entorno</a:t>
            </a:r>
            <a:r>
              <a:rPr sz="1150" spc="-25" dirty="0">
                <a:solidFill>
                  <a:srgbClr val="2B404F"/>
                </a:solidFill>
              </a:rPr>
              <a:t> </a:t>
            </a:r>
            <a:r>
              <a:rPr sz="1150" dirty="0">
                <a:solidFill>
                  <a:srgbClr val="2B404F"/>
                </a:solidFill>
              </a:rPr>
              <a:t>de desarrollo</a:t>
            </a:r>
            <a:r>
              <a:rPr sz="1150" spc="-50" dirty="0">
                <a:solidFill>
                  <a:srgbClr val="2B404F"/>
                </a:solidFill>
              </a:rPr>
              <a:t> </a:t>
            </a:r>
            <a:r>
              <a:rPr sz="1150" dirty="0">
                <a:solidFill>
                  <a:srgbClr val="2B404F"/>
                </a:solidFill>
              </a:rPr>
              <a:t>directamente</a:t>
            </a:r>
            <a:r>
              <a:rPr sz="1150" spc="-70" dirty="0">
                <a:solidFill>
                  <a:srgbClr val="2B404F"/>
                </a:solidFill>
              </a:rPr>
              <a:t> </a:t>
            </a:r>
            <a:r>
              <a:rPr sz="1150" dirty="0">
                <a:solidFill>
                  <a:srgbClr val="2B404F"/>
                </a:solidFill>
              </a:rPr>
              <a:t>con repositorios</a:t>
            </a:r>
            <a:r>
              <a:rPr sz="1150" spc="-40" dirty="0">
                <a:solidFill>
                  <a:srgbClr val="2B404F"/>
                </a:solidFill>
              </a:rPr>
              <a:t> </a:t>
            </a:r>
            <a:r>
              <a:rPr sz="1150" dirty="0">
                <a:solidFill>
                  <a:srgbClr val="2B404F"/>
                </a:solidFill>
              </a:rPr>
              <a:t>Git</a:t>
            </a:r>
            <a:r>
              <a:rPr sz="1150" spc="-15" dirty="0">
                <a:solidFill>
                  <a:srgbClr val="2B404F"/>
                </a:solidFill>
              </a:rPr>
              <a:t> </a:t>
            </a:r>
            <a:r>
              <a:rPr sz="1150" dirty="0">
                <a:solidFill>
                  <a:srgbClr val="2B404F"/>
                </a:solidFill>
              </a:rPr>
              <a:t>remotos.</a:t>
            </a:r>
            <a:r>
              <a:rPr sz="1150" spc="-40" dirty="0">
                <a:solidFill>
                  <a:srgbClr val="2B404F"/>
                </a:solidFill>
              </a:rPr>
              <a:t> </a:t>
            </a:r>
            <a:r>
              <a:rPr sz="1150" dirty="0">
                <a:solidFill>
                  <a:srgbClr val="2B404F"/>
                </a:solidFill>
              </a:rPr>
              <a:t>Este</a:t>
            </a:r>
            <a:r>
              <a:rPr sz="1150" spc="-20" dirty="0">
                <a:solidFill>
                  <a:srgbClr val="2B404F"/>
                </a:solidFill>
              </a:rPr>
              <a:t> </a:t>
            </a:r>
            <a:r>
              <a:rPr sz="1150" dirty="0">
                <a:solidFill>
                  <a:srgbClr val="2B404F"/>
                </a:solidFill>
              </a:rPr>
              <a:t>flujo</a:t>
            </a:r>
            <a:r>
              <a:rPr sz="1150" spc="-25" dirty="0">
                <a:solidFill>
                  <a:srgbClr val="2B404F"/>
                </a:solidFill>
              </a:rPr>
              <a:t> </a:t>
            </a:r>
            <a:r>
              <a:rPr sz="1150" spc="-10" dirty="0">
                <a:solidFill>
                  <a:srgbClr val="2B404F"/>
                </a:solidFill>
              </a:rPr>
              <a:t>garantiza</a:t>
            </a:r>
            <a:r>
              <a:rPr sz="1150" spc="-25" dirty="0">
                <a:solidFill>
                  <a:srgbClr val="2B404F"/>
                </a:solidFill>
              </a:rPr>
              <a:t> </a:t>
            </a:r>
            <a:r>
              <a:rPr sz="1150" dirty="0">
                <a:solidFill>
                  <a:srgbClr val="2B404F"/>
                </a:solidFill>
              </a:rPr>
              <a:t>trazabilidad,</a:t>
            </a:r>
            <a:r>
              <a:rPr sz="1150" spc="-15" dirty="0">
                <a:solidFill>
                  <a:srgbClr val="2B404F"/>
                </a:solidFill>
              </a:rPr>
              <a:t> </a:t>
            </a:r>
            <a:r>
              <a:rPr sz="1150" dirty="0">
                <a:solidFill>
                  <a:srgbClr val="2B404F"/>
                </a:solidFill>
              </a:rPr>
              <a:t>revisión</a:t>
            </a:r>
            <a:r>
              <a:rPr sz="1150" spc="135" dirty="0">
                <a:solidFill>
                  <a:srgbClr val="2B404F"/>
                </a:solidFill>
              </a:rPr>
              <a:t> </a:t>
            </a:r>
            <a:r>
              <a:rPr sz="1150" dirty="0">
                <a:solidFill>
                  <a:srgbClr val="2B404F"/>
                </a:solidFill>
              </a:rPr>
              <a:t>de</a:t>
            </a:r>
            <a:r>
              <a:rPr sz="1150" spc="-20" dirty="0">
                <a:solidFill>
                  <a:srgbClr val="2B404F"/>
                </a:solidFill>
              </a:rPr>
              <a:t> </a:t>
            </a:r>
            <a:r>
              <a:rPr sz="1150" dirty="0">
                <a:solidFill>
                  <a:srgbClr val="2B404F"/>
                </a:solidFill>
              </a:rPr>
              <a:t>código</a:t>
            </a:r>
            <a:r>
              <a:rPr sz="1150" spc="-10" dirty="0">
                <a:solidFill>
                  <a:srgbClr val="2B404F"/>
                </a:solidFill>
              </a:rPr>
              <a:t> </a:t>
            </a:r>
            <a:r>
              <a:rPr sz="1150" spc="-50" dirty="0">
                <a:solidFill>
                  <a:srgbClr val="2B404F"/>
                </a:solidFill>
              </a:rPr>
              <a:t>y </a:t>
            </a:r>
            <a:r>
              <a:rPr sz="1150" dirty="0">
                <a:solidFill>
                  <a:srgbClr val="2B404F"/>
                </a:solidFill>
              </a:rPr>
              <a:t>despliegue</a:t>
            </a:r>
            <a:r>
              <a:rPr sz="1150" spc="-75" dirty="0">
                <a:solidFill>
                  <a:srgbClr val="2B404F"/>
                </a:solidFill>
              </a:rPr>
              <a:t> </a:t>
            </a:r>
            <a:r>
              <a:rPr sz="1150" dirty="0">
                <a:solidFill>
                  <a:srgbClr val="2B404F"/>
                </a:solidFill>
              </a:rPr>
              <a:t>controlado</a:t>
            </a:r>
            <a:r>
              <a:rPr sz="1150" spc="-20" dirty="0">
                <a:solidFill>
                  <a:srgbClr val="2B404F"/>
                </a:solidFill>
              </a:rPr>
              <a:t> </a:t>
            </a:r>
            <a:r>
              <a:rPr sz="1150" dirty="0">
                <a:solidFill>
                  <a:srgbClr val="2B404F"/>
                </a:solidFill>
              </a:rPr>
              <a:t>en</a:t>
            </a:r>
            <a:r>
              <a:rPr sz="1150" spc="-15" dirty="0">
                <a:solidFill>
                  <a:srgbClr val="2B404F"/>
                </a:solidFill>
              </a:rPr>
              <a:t> </a:t>
            </a:r>
            <a:r>
              <a:rPr sz="1150" dirty="0">
                <a:solidFill>
                  <a:srgbClr val="2B404F"/>
                </a:solidFill>
              </a:rPr>
              <a:t>entornos</a:t>
            </a:r>
            <a:r>
              <a:rPr sz="1150" spc="-35" dirty="0">
                <a:solidFill>
                  <a:srgbClr val="2B404F"/>
                </a:solidFill>
              </a:rPr>
              <a:t> </a:t>
            </a:r>
            <a:r>
              <a:rPr sz="1150" dirty="0">
                <a:solidFill>
                  <a:srgbClr val="2B404F"/>
                </a:solidFill>
              </a:rPr>
              <a:t>de</a:t>
            </a:r>
            <a:r>
              <a:rPr sz="1150" spc="-25" dirty="0">
                <a:solidFill>
                  <a:srgbClr val="2B404F"/>
                </a:solidFill>
              </a:rPr>
              <a:t> </a:t>
            </a:r>
            <a:r>
              <a:rPr sz="1150" spc="-10" dirty="0">
                <a:solidFill>
                  <a:srgbClr val="2B404F"/>
                </a:solidFill>
              </a:rPr>
              <a:t>producción.</a:t>
            </a:r>
            <a:endParaRPr sz="1150"/>
          </a:p>
        </p:txBody>
      </p:sp>
      <p:sp>
        <p:nvSpPr>
          <p:cNvPr id="3" name="object 3"/>
          <p:cNvSpPr/>
          <p:nvPr/>
        </p:nvSpPr>
        <p:spPr>
          <a:xfrm>
            <a:off x="1274444" y="1878329"/>
            <a:ext cx="8880475" cy="3194050"/>
          </a:xfrm>
          <a:custGeom>
            <a:avLst/>
            <a:gdLst/>
            <a:ahLst/>
            <a:cxnLst/>
            <a:rect l="l" t="t" r="r" b="b"/>
            <a:pathLst>
              <a:path w="8880475" h="3194050">
                <a:moveTo>
                  <a:pt x="1651508" y="0"/>
                </a:moveTo>
                <a:lnTo>
                  <a:pt x="267970" y="0"/>
                </a:lnTo>
                <a:lnTo>
                  <a:pt x="223901" y="4445"/>
                </a:lnTo>
                <a:lnTo>
                  <a:pt x="183388" y="17145"/>
                </a:lnTo>
                <a:lnTo>
                  <a:pt x="147701" y="37084"/>
                </a:lnTo>
                <a:lnTo>
                  <a:pt x="117983" y="63246"/>
                </a:lnTo>
                <a:lnTo>
                  <a:pt x="95250" y="94615"/>
                </a:lnTo>
                <a:lnTo>
                  <a:pt x="80899" y="130175"/>
                </a:lnTo>
                <a:lnTo>
                  <a:pt x="75818" y="169037"/>
                </a:lnTo>
                <a:lnTo>
                  <a:pt x="75818" y="1528445"/>
                </a:lnTo>
                <a:lnTo>
                  <a:pt x="45720" y="1538478"/>
                </a:lnTo>
                <a:lnTo>
                  <a:pt x="21717" y="1556385"/>
                </a:lnTo>
                <a:lnTo>
                  <a:pt x="5842" y="1580515"/>
                </a:lnTo>
                <a:lnTo>
                  <a:pt x="0" y="1608963"/>
                </a:lnTo>
                <a:lnTo>
                  <a:pt x="7366" y="1640840"/>
                </a:lnTo>
                <a:lnTo>
                  <a:pt x="27305" y="1666875"/>
                </a:lnTo>
                <a:lnTo>
                  <a:pt x="56896" y="1684401"/>
                </a:lnTo>
                <a:lnTo>
                  <a:pt x="93218" y="1690878"/>
                </a:lnTo>
                <a:lnTo>
                  <a:pt x="129540" y="1684401"/>
                </a:lnTo>
                <a:lnTo>
                  <a:pt x="159131" y="1666875"/>
                </a:lnTo>
                <a:lnTo>
                  <a:pt x="179070" y="1640840"/>
                </a:lnTo>
                <a:lnTo>
                  <a:pt x="186436" y="1608963"/>
                </a:lnTo>
                <a:lnTo>
                  <a:pt x="180721" y="1580515"/>
                </a:lnTo>
                <a:lnTo>
                  <a:pt x="164719" y="1556385"/>
                </a:lnTo>
                <a:lnTo>
                  <a:pt x="140716" y="1538478"/>
                </a:lnTo>
                <a:lnTo>
                  <a:pt x="110743" y="1528445"/>
                </a:lnTo>
                <a:lnTo>
                  <a:pt x="110743" y="169037"/>
                </a:lnTo>
                <a:lnTo>
                  <a:pt x="132207" y="99187"/>
                </a:lnTo>
                <a:lnTo>
                  <a:pt x="188595" y="49657"/>
                </a:lnTo>
                <a:lnTo>
                  <a:pt x="226187" y="35687"/>
                </a:lnTo>
                <a:lnTo>
                  <a:pt x="267970" y="30734"/>
                </a:lnTo>
                <a:lnTo>
                  <a:pt x="1651508" y="30734"/>
                </a:lnTo>
                <a:lnTo>
                  <a:pt x="1693291" y="35687"/>
                </a:lnTo>
                <a:lnTo>
                  <a:pt x="1730883" y="49657"/>
                </a:lnTo>
                <a:lnTo>
                  <a:pt x="1762633" y="71247"/>
                </a:lnTo>
                <a:lnTo>
                  <a:pt x="1803146" y="132207"/>
                </a:lnTo>
                <a:lnTo>
                  <a:pt x="1808734" y="169037"/>
                </a:lnTo>
                <a:lnTo>
                  <a:pt x="1808734" y="1613408"/>
                </a:lnTo>
                <a:lnTo>
                  <a:pt x="1744091" y="1556512"/>
                </a:lnTo>
                <a:lnTo>
                  <a:pt x="1735709" y="1556512"/>
                </a:lnTo>
                <a:lnTo>
                  <a:pt x="1725549" y="1565529"/>
                </a:lnTo>
                <a:lnTo>
                  <a:pt x="1725549" y="1572768"/>
                </a:lnTo>
                <a:lnTo>
                  <a:pt x="1808734" y="1646047"/>
                </a:lnTo>
                <a:lnTo>
                  <a:pt x="1808734" y="3019298"/>
                </a:lnTo>
                <a:lnTo>
                  <a:pt x="1813814" y="3057906"/>
                </a:lnTo>
                <a:lnTo>
                  <a:pt x="1828165" y="3093466"/>
                </a:lnTo>
                <a:lnTo>
                  <a:pt x="1850771" y="3124708"/>
                </a:lnTo>
                <a:lnTo>
                  <a:pt x="1880362" y="3150870"/>
                </a:lnTo>
                <a:lnTo>
                  <a:pt x="1915922" y="3170809"/>
                </a:lnTo>
                <a:lnTo>
                  <a:pt x="1956181" y="3183636"/>
                </a:lnTo>
                <a:lnTo>
                  <a:pt x="2000122" y="3188335"/>
                </a:lnTo>
                <a:lnTo>
                  <a:pt x="3428746" y="3194050"/>
                </a:lnTo>
                <a:lnTo>
                  <a:pt x="3472942" y="3189732"/>
                </a:lnTo>
                <a:lnTo>
                  <a:pt x="3513581" y="3177159"/>
                </a:lnTo>
                <a:lnTo>
                  <a:pt x="3549396" y="3157220"/>
                </a:lnTo>
                <a:lnTo>
                  <a:pt x="3579368" y="3131058"/>
                </a:lnTo>
                <a:lnTo>
                  <a:pt x="3602101" y="3099562"/>
                </a:lnTo>
                <a:lnTo>
                  <a:pt x="3616705" y="3064002"/>
                </a:lnTo>
                <a:lnTo>
                  <a:pt x="3621785" y="3025140"/>
                </a:lnTo>
                <a:lnTo>
                  <a:pt x="3621785" y="1603756"/>
                </a:lnTo>
                <a:lnTo>
                  <a:pt x="3676269" y="1651635"/>
                </a:lnTo>
                <a:lnTo>
                  <a:pt x="3684651" y="1651635"/>
                </a:lnTo>
                <a:lnTo>
                  <a:pt x="3694810" y="1642618"/>
                </a:lnTo>
                <a:lnTo>
                  <a:pt x="3694810" y="1635379"/>
                </a:lnTo>
                <a:lnTo>
                  <a:pt x="3621785" y="1571244"/>
                </a:lnTo>
                <a:lnTo>
                  <a:pt x="3621785" y="175514"/>
                </a:lnTo>
                <a:lnTo>
                  <a:pt x="3643122" y="105918"/>
                </a:lnTo>
                <a:lnTo>
                  <a:pt x="3699255" y="56261"/>
                </a:lnTo>
                <a:lnTo>
                  <a:pt x="3736721" y="42291"/>
                </a:lnTo>
                <a:lnTo>
                  <a:pt x="3778377" y="37211"/>
                </a:lnTo>
                <a:lnTo>
                  <a:pt x="5189474" y="31496"/>
                </a:lnTo>
                <a:lnTo>
                  <a:pt x="5231510" y="36322"/>
                </a:lnTo>
                <a:lnTo>
                  <a:pt x="5269230" y="50165"/>
                </a:lnTo>
                <a:lnTo>
                  <a:pt x="5301233" y="71755"/>
                </a:lnTo>
                <a:lnTo>
                  <a:pt x="5341874" y="132842"/>
                </a:lnTo>
                <a:lnTo>
                  <a:pt x="5347461" y="169672"/>
                </a:lnTo>
                <a:lnTo>
                  <a:pt x="5347461" y="1605788"/>
                </a:lnTo>
                <a:lnTo>
                  <a:pt x="5291455" y="1556512"/>
                </a:lnTo>
                <a:lnTo>
                  <a:pt x="5283200" y="1556512"/>
                </a:lnTo>
                <a:lnTo>
                  <a:pt x="5273039" y="1565529"/>
                </a:lnTo>
                <a:lnTo>
                  <a:pt x="5273039" y="1572768"/>
                </a:lnTo>
                <a:lnTo>
                  <a:pt x="5347461" y="1638300"/>
                </a:lnTo>
                <a:lnTo>
                  <a:pt x="5347461" y="3018663"/>
                </a:lnTo>
                <a:lnTo>
                  <a:pt x="5352541" y="3057398"/>
                </a:lnTo>
                <a:lnTo>
                  <a:pt x="5367020" y="3092958"/>
                </a:lnTo>
                <a:lnTo>
                  <a:pt x="5389753" y="3124327"/>
                </a:lnTo>
                <a:lnTo>
                  <a:pt x="5419471" y="3150489"/>
                </a:lnTo>
                <a:lnTo>
                  <a:pt x="5455158" y="3170428"/>
                </a:lnTo>
                <a:lnTo>
                  <a:pt x="5495671" y="3183128"/>
                </a:lnTo>
                <a:lnTo>
                  <a:pt x="5539739" y="3187573"/>
                </a:lnTo>
                <a:lnTo>
                  <a:pt x="6907149" y="3187573"/>
                </a:lnTo>
                <a:lnTo>
                  <a:pt x="6951218" y="3183128"/>
                </a:lnTo>
                <a:lnTo>
                  <a:pt x="6991731" y="3170428"/>
                </a:lnTo>
                <a:lnTo>
                  <a:pt x="7027418" y="3150489"/>
                </a:lnTo>
                <a:lnTo>
                  <a:pt x="7057135" y="3124327"/>
                </a:lnTo>
                <a:lnTo>
                  <a:pt x="7079869" y="3092958"/>
                </a:lnTo>
                <a:lnTo>
                  <a:pt x="7094347" y="3057398"/>
                </a:lnTo>
                <a:lnTo>
                  <a:pt x="7099427" y="3018663"/>
                </a:lnTo>
                <a:lnTo>
                  <a:pt x="7099427" y="1603756"/>
                </a:lnTo>
                <a:lnTo>
                  <a:pt x="7162673" y="1659382"/>
                </a:lnTo>
                <a:lnTo>
                  <a:pt x="7170928" y="1659382"/>
                </a:lnTo>
                <a:lnTo>
                  <a:pt x="7181214" y="1650365"/>
                </a:lnTo>
                <a:lnTo>
                  <a:pt x="7181214" y="1642999"/>
                </a:lnTo>
                <a:lnTo>
                  <a:pt x="7099427" y="1571244"/>
                </a:lnTo>
                <a:lnTo>
                  <a:pt x="7099427" y="176149"/>
                </a:lnTo>
                <a:lnTo>
                  <a:pt x="7120889" y="106425"/>
                </a:lnTo>
                <a:lnTo>
                  <a:pt x="7177278" y="56769"/>
                </a:lnTo>
                <a:lnTo>
                  <a:pt x="7214870" y="42925"/>
                </a:lnTo>
                <a:lnTo>
                  <a:pt x="7256653" y="37973"/>
                </a:lnTo>
                <a:lnTo>
                  <a:pt x="8612505" y="37973"/>
                </a:lnTo>
                <a:lnTo>
                  <a:pt x="8654288" y="42925"/>
                </a:lnTo>
                <a:lnTo>
                  <a:pt x="8691880" y="56769"/>
                </a:lnTo>
                <a:lnTo>
                  <a:pt x="8723630" y="78486"/>
                </a:lnTo>
                <a:lnTo>
                  <a:pt x="8764143" y="139446"/>
                </a:lnTo>
                <a:lnTo>
                  <a:pt x="8769731" y="176149"/>
                </a:lnTo>
                <a:lnTo>
                  <a:pt x="8769731" y="1528445"/>
                </a:lnTo>
                <a:lnTo>
                  <a:pt x="8739759" y="1538478"/>
                </a:lnTo>
                <a:lnTo>
                  <a:pt x="8715629" y="1556385"/>
                </a:lnTo>
                <a:lnTo>
                  <a:pt x="8699754" y="1580515"/>
                </a:lnTo>
                <a:lnTo>
                  <a:pt x="8694039" y="1608963"/>
                </a:lnTo>
                <a:lnTo>
                  <a:pt x="8701278" y="1640840"/>
                </a:lnTo>
                <a:lnTo>
                  <a:pt x="8721344" y="1666875"/>
                </a:lnTo>
                <a:lnTo>
                  <a:pt x="8750935" y="1684401"/>
                </a:lnTo>
                <a:lnTo>
                  <a:pt x="8787257" y="1690878"/>
                </a:lnTo>
                <a:lnTo>
                  <a:pt x="8823452" y="1684401"/>
                </a:lnTo>
                <a:lnTo>
                  <a:pt x="8853043" y="1666875"/>
                </a:lnTo>
                <a:lnTo>
                  <a:pt x="8873109" y="1640840"/>
                </a:lnTo>
                <a:lnTo>
                  <a:pt x="8880348" y="1608963"/>
                </a:lnTo>
                <a:lnTo>
                  <a:pt x="8874633" y="1580515"/>
                </a:lnTo>
                <a:lnTo>
                  <a:pt x="8858631" y="1556385"/>
                </a:lnTo>
                <a:lnTo>
                  <a:pt x="8834755" y="1538478"/>
                </a:lnTo>
                <a:lnTo>
                  <a:pt x="8804656" y="1528445"/>
                </a:lnTo>
                <a:lnTo>
                  <a:pt x="8804656" y="176149"/>
                </a:lnTo>
                <a:lnTo>
                  <a:pt x="8799576" y="137414"/>
                </a:lnTo>
                <a:lnTo>
                  <a:pt x="8785098" y="101854"/>
                </a:lnTo>
                <a:lnTo>
                  <a:pt x="8762491" y="70485"/>
                </a:lnTo>
                <a:lnTo>
                  <a:pt x="8732647" y="44323"/>
                </a:lnTo>
                <a:lnTo>
                  <a:pt x="8696960" y="24384"/>
                </a:lnTo>
                <a:lnTo>
                  <a:pt x="8656574" y="11684"/>
                </a:lnTo>
                <a:lnTo>
                  <a:pt x="8612505" y="7239"/>
                </a:lnTo>
                <a:lnTo>
                  <a:pt x="7256653" y="7239"/>
                </a:lnTo>
                <a:lnTo>
                  <a:pt x="7212583" y="11684"/>
                </a:lnTo>
                <a:lnTo>
                  <a:pt x="7172198" y="24384"/>
                </a:lnTo>
                <a:lnTo>
                  <a:pt x="7136510" y="44323"/>
                </a:lnTo>
                <a:lnTo>
                  <a:pt x="7106665" y="70485"/>
                </a:lnTo>
                <a:lnTo>
                  <a:pt x="7083933" y="101854"/>
                </a:lnTo>
                <a:lnTo>
                  <a:pt x="7069582" y="137414"/>
                </a:lnTo>
                <a:lnTo>
                  <a:pt x="7064502" y="176149"/>
                </a:lnTo>
                <a:lnTo>
                  <a:pt x="7064502" y="1573657"/>
                </a:lnTo>
                <a:lnTo>
                  <a:pt x="6985508" y="1642999"/>
                </a:lnTo>
                <a:lnTo>
                  <a:pt x="6985508" y="1650365"/>
                </a:lnTo>
                <a:lnTo>
                  <a:pt x="6995795" y="1659382"/>
                </a:lnTo>
                <a:lnTo>
                  <a:pt x="7004050" y="1659382"/>
                </a:lnTo>
                <a:lnTo>
                  <a:pt x="7064502" y="1606296"/>
                </a:lnTo>
                <a:lnTo>
                  <a:pt x="7064502" y="3018663"/>
                </a:lnTo>
                <a:lnTo>
                  <a:pt x="7042911" y="3088386"/>
                </a:lnTo>
                <a:lnTo>
                  <a:pt x="6986524" y="3138043"/>
                </a:lnTo>
                <a:lnTo>
                  <a:pt x="6948932" y="3151886"/>
                </a:lnTo>
                <a:lnTo>
                  <a:pt x="6907149" y="3156839"/>
                </a:lnTo>
                <a:lnTo>
                  <a:pt x="5539739" y="3156839"/>
                </a:lnTo>
                <a:lnTo>
                  <a:pt x="5497957" y="3151886"/>
                </a:lnTo>
                <a:lnTo>
                  <a:pt x="5460364" y="3138043"/>
                </a:lnTo>
                <a:lnTo>
                  <a:pt x="5428487" y="3116326"/>
                </a:lnTo>
                <a:lnTo>
                  <a:pt x="5388102" y="3055366"/>
                </a:lnTo>
                <a:lnTo>
                  <a:pt x="5382513" y="3018663"/>
                </a:lnTo>
                <a:lnTo>
                  <a:pt x="5382513" y="1648460"/>
                </a:lnTo>
                <a:lnTo>
                  <a:pt x="5468620" y="1572768"/>
                </a:lnTo>
                <a:lnTo>
                  <a:pt x="5468620" y="1565529"/>
                </a:lnTo>
                <a:lnTo>
                  <a:pt x="5458333" y="1556512"/>
                </a:lnTo>
                <a:lnTo>
                  <a:pt x="5450078" y="1556512"/>
                </a:lnTo>
                <a:lnTo>
                  <a:pt x="5383910" y="1614678"/>
                </a:lnTo>
                <a:lnTo>
                  <a:pt x="5383910" y="1488948"/>
                </a:lnTo>
                <a:lnTo>
                  <a:pt x="5382513" y="1488948"/>
                </a:lnTo>
                <a:lnTo>
                  <a:pt x="5382513" y="169672"/>
                </a:lnTo>
                <a:lnTo>
                  <a:pt x="5377307" y="130810"/>
                </a:lnTo>
                <a:lnTo>
                  <a:pt x="5362829" y="95123"/>
                </a:lnTo>
                <a:lnTo>
                  <a:pt x="5339969" y="63754"/>
                </a:lnTo>
                <a:lnTo>
                  <a:pt x="5309997" y="37592"/>
                </a:lnTo>
                <a:lnTo>
                  <a:pt x="5274183" y="17653"/>
                </a:lnTo>
                <a:lnTo>
                  <a:pt x="5233543" y="5080"/>
                </a:lnTo>
                <a:lnTo>
                  <a:pt x="5189347" y="762"/>
                </a:lnTo>
                <a:lnTo>
                  <a:pt x="3778250" y="6477"/>
                </a:lnTo>
                <a:lnTo>
                  <a:pt x="3734307" y="11175"/>
                </a:lnTo>
                <a:lnTo>
                  <a:pt x="3694049" y="23875"/>
                </a:lnTo>
                <a:lnTo>
                  <a:pt x="3658489" y="43942"/>
                </a:lnTo>
                <a:lnTo>
                  <a:pt x="3628898" y="70104"/>
                </a:lnTo>
                <a:lnTo>
                  <a:pt x="3606292" y="101346"/>
                </a:lnTo>
                <a:lnTo>
                  <a:pt x="3591941" y="136906"/>
                </a:lnTo>
                <a:lnTo>
                  <a:pt x="3586860" y="175514"/>
                </a:lnTo>
                <a:lnTo>
                  <a:pt x="3586860" y="1558290"/>
                </a:lnTo>
                <a:lnTo>
                  <a:pt x="3499230" y="1635379"/>
                </a:lnTo>
                <a:lnTo>
                  <a:pt x="3499230" y="1642618"/>
                </a:lnTo>
                <a:lnTo>
                  <a:pt x="3509518" y="1651635"/>
                </a:lnTo>
                <a:lnTo>
                  <a:pt x="3517773" y="1651635"/>
                </a:lnTo>
                <a:lnTo>
                  <a:pt x="3583940" y="1593469"/>
                </a:lnTo>
                <a:lnTo>
                  <a:pt x="3583940" y="1719326"/>
                </a:lnTo>
                <a:lnTo>
                  <a:pt x="3586860" y="1719326"/>
                </a:lnTo>
                <a:lnTo>
                  <a:pt x="3586860" y="3025140"/>
                </a:lnTo>
                <a:lnTo>
                  <a:pt x="3565271" y="3095117"/>
                </a:lnTo>
                <a:lnTo>
                  <a:pt x="3508502" y="3144647"/>
                </a:lnTo>
                <a:lnTo>
                  <a:pt x="3470782" y="3158490"/>
                </a:lnTo>
                <a:lnTo>
                  <a:pt x="3428873" y="3163316"/>
                </a:lnTo>
                <a:lnTo>
                  <a:pt x="2000250" y="3157601"/>
                </a:lnTo>
                <a:lnTo>
                  <a:pt x="1958594" y="3152521"/>
                </a:lnTo>
                <a:lnTo>
                  <a:pt x="1921129" y="3138424"/>
                </a:lnTo>
                <a:lnTo>
                  <a:pt x="1889506" y="3116834"/>
                </a:lnTo>
                <a:lnTo>
                  <a:pt x="1849247" y="3056001"/>
                </a:lnTo>
                <a:lnTo>
                  <a:pt x="1843659" y="3019298"/>
                </a:lnTo>
                <a:lnTo>
                  <a:pt x="1843659" y="1640840"/>
                </a:lnTo>
                <a:lnTo>
                  <a:pt x="1921129" y="1572768"/>
                </a:lnTo>
                <a:lnTo>
                  <a:pt x="1921129" y="1565529"/>
                </a:lnTo>
                <a:lnTo>
                  <a:pt x="1910842" y="1556512"/>
                </a:lnTo>
                <a:lnTo>
                  <a:pt x="1902587" y="1556512"/>
                </a:lnTo>
                <a:lnTo>
                  <a:pt x="1843659" y="1608201"/>
                </a:lnTo>
                <a:lnTo>
                  <a:pt x="1843659" y="169037"/>
                </a:lnTo>
                <a:lnTo>
                  <a:pt x="1838579" y="130175"/>
                </a:lnTo>
                <a:lnTo>
                  <a:pt x="1824228" y="94615"/>
                </a:lnTo>
                <a:lnTo>
                  <a:pt x="1801495" y="63246"/>
                </a:lnTo>
                <a:lnTo>
                  <a:pt x="1771650" y="37084"/>
                </a:lnTo>
                <a:lnTo>
                  <a:pt x="1735963" y="17145"/>
                </a:lnTo>
                <a:lnTo>
                  <a:pt x="1695577" y="4445"/>
                </a:lnTo>
                <a:lnTo>
                  <a:pt x="1651508" y="0"/>
                </a:lnTo>
                <a:close/>
              </a:path>
            </a:pathLst>
          </a:custGeom>
          <a:solidFill>
            <a:srgbClr val="315E7A"/>
          </a:solidFill>
        </p:spPr>
        <p:txBody>
          <a:bodyPr wrap="square" lIns="0" tIns="0" rIns="0" bIns="0" rtlCol="0"/>
          <a:lstStyle/>
          <a:p>
            <a:endParaRPr/>
          </a:p>
        </p:txBody>
      </p:sp>
      <p:sp>
        <p:nvSpPr>
          <p:cNvPr id="6" name="object 6"/>
          <p:cNvSpPr txBox="1"/>
          <p:nvPr/>
        </p:nvSpPr>
        <p:spPr>
          <a:xfrm>
            <a:off x="1607566" y="1953040"/>
            <a:ext cx="1268095" cy="900310"/>
          </a:xfrm>
          <a:prstGeom prst="rect">
            <a:avLst/>
          </a:prstGeom>
        </p:spPr>
        <p:txBody>
          <a:bodyPr vert="horz" wrap="square" lIns="0" tIns="33019" rIns="0" bIns="0" rtlCol="0">
            <a:spAutoFit/>
          </a:bodyPr>
          <a:lstStyle/>
          <a:p>
            <a:pPr marL="10160" algn="ctr">
              <a:lnSpc>
                <a:spcPct val="100000"/>
              </a:lnSpc>
              <a:spcBef>
                <a:spcPts val="259"/>
              </a:spcBef>
            </a:pPr>
            <a:r>
              <a:rPr sz="1750" b="1" spc="-10" dirty="0">
                <a:solidFill>
                  <a:srgbClr val="114E71"/>
                </a:solidFill>
                <a:latin typeface="Trebuchet MS"/>
                <a:cs typeface="Trebuchet MS"/>
              </a:rPr>
              <a:t>Repositorio</a:t>
            </a:r>
            <a:endParaRPr sz="1750" dirty="0">
              <a:latin typeface="Trebuchet MS"/>
              <a:cs typeface="Trebuchet MS"/>
            </a:endParaRPr>
          </a:p>
          <a:p>
            <a:pPr marL="10795" algn="ctr">
              <a:lnSpc>
                <a:spcPct val="100000"/>
              </a:lnSpc>
              <a:spcBef>
                <a:spcPts val="155"/>
              </a:spcBef>
            </a:pPr>
            <a:r>
              <a:rPr sz="1750" b="1" spc="-10" dirty="0">
                <a:solidFill>
                  <a:srgbClr val="114E71"/>
                </a:solidFill>
                <a:latin typeface="Trebuchet MS"/>
                <a:cs typeface="Trebuchet MS"/>
              </a:rPr>
              <a:t>remoto</a:t>
            </a:r>
            <a:endParaRPr sz="1750" dirty="0">
              <a:latin typeface="Trebuchet MS"/>
              <a:cs typeface="Trebuchet MS"/>
            </a:endParaRPr>
          </a:p>
          <a:p>
            <a:pPr marL="335280" marR="87630" indent="-323215" algn="ctr">
              <a:lnSpc>
                <a:spcPct val="100699"/>
              </a:lnSpc>
              <a:spcBef>
                <a:spcPts val="770"/>
              </a:spcBef>
            </a:pPr>
            <a:r>
              <a:rPr sz="1400" spc="80" dirty="0">
                <a:solidFill>
                  <a:srgbClr val="2B404F"/>
                </a:solidFill>
                <a:latin typeface="Tahoma"/>
                <a:cs typeface="Tahoma"/>
              </a:rPr>
              <a:t>GitHub</a:t>
            </a:r>
            <a:endParaRPr sz="1400" dirty="0">
              <a:latin typeface="Tahoma"/>
              <a:cs typeface="Tahoma"/>
            </a:endParaRPr>
          </a:p>
        </p:txBody>
      </p:sp>
      <p:sp>
        <p:nvSpPr>
          <p:cNvPr id="8" name="object 8"/>
          <p:cNvSpPr txBox="1"/>
          <p:nvPr/>
        </p:nvSpPr>
        <p:spPr>
          <a:xfrm>
            <a:off x="5020436" y="1966210"/>
            <a:ext cx="1396365" cy="951230"/>
          </a:xfrm>
          <a:prstGeom prst="rect">
            <a:avLst/>
          </a:prstGeom>
        </p:spPr>
        <p:txBody>
          <a:bodyPr vert="horz" wrap="square" lIns="0" tIns="140335" rIns="0" bIns="0" rtlCol="0">
            <a:spAutoFit/>
          </a:bodyPr>
          <a:lstStyle/>
          <a:p>
            <a:pPr algn="ctr">
              <a:lnSpc>
                <a:spcPct val="100000"/>
              </a:lnSpc>
              <a:spcBef>
                <a:spcPts val="1105"/>
              </a:spcBef>
            </a:pPr>
            <a:r>
              <a:rPr sz="1750" b="1" spc="-10" dirty="0">
                <a:solidFill>
                  <a:srgbClr val="114E71"/>
                </a:solidFill>
                <a:latin typeface="Trebuchet MS"/>
                <a:cs typeface="Trebuchet MS"/>
              </a:rPr>
              <a:t>Desarrollo</a:t>
            </a:r>
            <a:endParaRPr sz="1750">
              <a:latin typeface="Trebuchet MS"/>
              <a:cs typeface="Trebuchet MS"/>
            </a:endParaRPr>
          </a:p>
          <a:p>
            <a:pPr marL="12065" marR="5080" algn="ctr">
              <a:lnSpc>
                <a:spcPct val="100699"/>
              </a:lnSpc>
              <a:spcBef>
                <a:spcPts val="795"/>
              </a:spcBef>
            </a:pPr>
            <a:r>
              <a:rPr sz="1400" dirty="0">
                <a:solidFill>
                  <a:srgbClr val="2B404F"/>
                </a:solidFill>
                <a:latin typeface="Tahoma"/>
                <a:cs typeface="Tahoma"/>
              </a:rPr>
              <a:t>Commit</a:t>
            </a:r>
            <a:r>
              <a:rPr sz="1400" spc="-165" dirty="0">
                <a:solidFill>
                  <a:srgbClr val="2B404F"/>
                </a:solidFill>
                <a:latin typeface="Tahoma"/>
                <a:cs typeface="Tahoma"/>
              </a:rPr>
              <a:t> </a:t>
            </a:r>
            <a:r>
              <a:rPr sz="1400" spc="-70" dirty="0">
                <a:solidFill>
                  <a:srgbClr val="2B404F"/>
                </a:solidFill>
                <a:latin typeface="Tahoma"/>
                <a:cs typeface="Tahoma"/>
              </a:rPr>
              <a:t>y</a:t>
            </a:r>
            <a:r>
              <a:rPr sz="1400" spc="-240" dirty="0">
                <a:solidFill>
                  <a:srgbClr val="2B404F"/>
                </a:solidFill>
                <a:latin typeface="Tahoma"/>
                <a:cs typeface="Tahoma"/>
              </a:rPr>
              <a:t> </a:t>
            </a:r>
            <a:r>
              <a:rPr sz="1400" dirty="0">
                <a:solidFill>
                  <a:srgbClr val="2B404F"/>
                </a:solidFill>
                <a:latin typeface="Tahoma"/>
                <a:cs typeface="Tahoma"/>
              </a:rPr>
              <a:t>push</a:t>
            </a:r>
            <a:r>
              <a:rPr sz="1400" spc="430" dirty="0">
                <a:solidFill>
                  <a:srgbClr val="2B404F"/>
                </a:solidFill>
                <a:latin typeface="Tahoma"/>
                <a:cs typeface="Tahoma"/>
              </a:rPr>
              <a:t> </a:t>
            </a:r>
            <a:r>
              <a:rPr sz="1400" spc="-25" dirty="0">
                <a:solidFill>
                  <a:srgbClr val="2B404F"/>
                </a:solidFill>
                <a:latin typeface="Tahoma"/>
                <a:cs typeface="Tahoma"/>
              </a:rPr>
              <a:t>al </a:t>
            </a:r>
            <a:r>
              <a:rPr sz="1400" spc="-10" dirty="0">
                <a:solidFill>
                  <a:srgbClr val="2B404F"/>
                </a:solidFill>
                <a:latin typeface="Tahoma"/>
                <a:cs typeface="Tahoma"/>
              </a:rPr>
              <a:t>branch</a:t>
            </a:r>
            <a:r>
              <a:rPr sz="1400" spc="-210" dirty="0">
                <a:solidFill>
                  <a:srgbClr val="2B404F"/>
                </a:solidFill>
                <a:latin typeface="Tahoma"/>
                <a:cs typeface="Tahoma"/>
              </a:rPr>
              <a:t> </a:t>
            </a:r>
            <a:r>
              <a:rPr sz="1400" spc="-10" dirty="0">
                <a:solidFill>
                  <a:srgbClr val="2B404F"/>
                </a:solidFill>
                <a:latin typeface="Tahoma"/>
                <a:cs typeface="Tahoma"/>
              </a:rPr>
              <a:t>feature</a:t>
            </a:r>
            <a:endParaRPr sz="1400">
              <a:latin typeface="Tahoma"/>
              <a:cs typeface="Tahoma"/>
            </a:endParaRPr>
          </a:p>
        </p:txBody>
      </p:sp>
      <p:sp>
        <p:nvSpPr>
          <p:cNvPr id="7" name="object 7"/>
          <p:cNvSpPr txBox="1"/>
          <p:nvPr/>
        </p:nvSpPr>
        <p:spPr>
          <a:xfrm>
            <a:off x="8617457" y="1966210"/>
            <a:ext cx="1252855" cy="951230"/>
          </a:xfrm>
          <a:prstGeom prst="rect">
            <a:avLst/>
          </a:prstGeom>
        </p:spPr>
        <p:txBody>
          <a:bodyPr vert="horz" wrap="square" lIns="0" tIns="140335" rIns="0" bIns="0" rtlCol="0">
            <a:spAutoFit/>
          </a:bodyPr>
          <a:lstStyle/>
          <a:p>
            <a:pPr marL="85725" indent="-73660">
              <a:lnSpc>
                <a:spcPct val="100000"/>
              </a:lnSpc>
              <a:spcBef>
                <a:spcPts val="1105"/>
              </a:spcBef>
            </a:pPr>
            <a:r>
              <a:rPr sz="1750" b="1" spc="-10" dirty="0">
                <a:solidFill>
                  <a:srgbClr val="114E71"/>
                </a:solidFill>
                <a:latin typeface="Trebuchet MS"/>
                <a:cs typeface="Trebuchet MS"/>
              </a:rPr>
              <a:t>Producción</a:t>
            </a:r>
            <a:endParaRPr sz="1750">
              <a:latin typeface="Trebuchet MS"/>
              <a:cs typeface="Trebuchet MS"/>
            </a:endParaRPr>
          </a:p>
          <a:p>
            <a:pPr marL="99060" marR="175895" indent="-13970">
              <a:lnSpc>
                <a:spcPct val="100699"/>
              </a:lnSpc>
              <a:spcBef>
                <a:spcPts val="795"/>
              </a:spcBef>
            </a:pPr>
            <a:r>
              <a:rPr sz="1400" spc="50" dirty="0">
                <a:solidFill>
                  <a:srgbClr val="2A404F"/>
                </a:solidFill>
                <a:latin typeface="Tahoma"/>
                <a:cs typeface="Tahoma"/>
              </a:rPr>
              <a:t>Job</a:t>
            </a:r>
            <a:r>
              <a:rPr sz="1400" spc="-180" dirty="0">
                <a:solidFill>
                  <a:srgbClr val="2A404F"/>
                </a:solidFill>
                <a:latin typeface="Tahoma"/>
                <a:cs typeface="Tahoma"/>
              </a:rPr>
              <a:t> </a:t>
            </a:r>
            <a:r>
              <a:rPr sz="1400" spc="-10" dirty="0">
                <a:solidFill>
                  <a:srgbClr val="2A404F"/>
                </a:solidFill>
                <a:latin typeface="Tahoma"/>
                <a:cs typeface="Tahoma"/>
              </a:rPr>
              <a:t>apunta</a:t>
            </a:r>
            <a:r>
              <a:rPr sz="1400" spc="-295" dirty="0">
                <a:solidFill>
                  <a:srgbClr val="2A404F"/>
                </a:solidFill>
                <a:latin typeface="Tahoma"/>
                <a:cs typeface="Tahoma"/>
              </a:rPr>
              <a:t> </a:t>
            </a:r>
            <a:r>
              <a:rPr sz="1400" spc="-50" dirty="0">
                <a:solidFill>
                  <a:srgbClr val="2A404F"/>
                </a:solidFill>
                <a:latin typeface="Tahoma"/>
                <a:cs typeface="Tahoma"/>
              </a:rPr>
              <a:t>a </a:t>
            </a:r>
            <a:r>
              <a:rPr sz="1400" dirty="0">
                <a:solidFill>
                  <a:srgbClr val="2A404F"/>
                </a:solidFill>
                <a:latin typeface="Tahoma"/>
                <a:cs typeface="Tahoma"/>
              </a:rPr>
              <a:t>commit</a:t>
            </a:r>
            <a:r>
              <a:rPr sz="1400" spc="25" dirty="0">
                <a:solidFill>
                  <a:srgbClr val="2A404F"/>
                </a:solidFill>
                <a:latin typeface="Tahoma"/>
                <a:cs typeface="Tahoma"/>
              </a:rPr>
              <a:t> </a:t>
            </a:r>
            <a:r>
              <a:rPr sz="1400" spc="-25" dirty="0">
                <a:solidFill>
                  <a:srgbClr val="2A404F"/>
                </a:solidFill>
                <a:latin typeface="Tahoma"/>
                <a:cs typeface="Tahoma"/>
              </a:rPr>
              <a:t>SHA</a:t>
            </a:r>
            <a:endParaRPr sz="1400">
              <a:latin typeface="Tahoma"/>
              <a:cs typeface="Tahoma"/>
            </a:endParaRPr>
          </a:p>
        </p:txBody>
      </p:sp>
      <p:sp>
        <p:nvSpPr>
          <p:cNvPr id="4" name="object 4"/>
          <p:cNvSpPr txBox="1"/>
          <p:nvPr/>
        </p:nvSpPr>
        <p:spPr>
          <a:xfrm>
            <a:off x="3464433" y="3593719"/>
            <a:ext cx="1118870" cy="1326515"/>
          </a:xfrm>
          <a:prstGeom prst="rect">
            <a:avLst/>
          </a:prstGeom>
        </p:spPr>
        <p:txBody>
          <a:bodyPr vert="horz" wrap="square" lIns="0" tIns="5080" rIns="0" bIns="0" rtlCol="0">
            <a:spAutoFit/>
          </a:bodyPr>
          <a:lstStyle/>
          <a:p>
            <a:pPr marL="12700" marR="5080" algn="ctr">
              <a:lnSpc>
                <a:spcPct val="102899"/>
              </a:lnSpc>
              <a:spcBef>
                <a:spcPts val="40"/>
              </a:spcBef>
            </a:pPr>
            <a:r>
              <a:rPr sz="1750" b="1" spc="-10" dirty="0">
                <a:solidFill>
                  <a:srgbClr val="114E71"/>
                </a:solidFill>
                <a:latin typeface="Trebuchet MS"/>
                <a:cs typeface="Trebuchet MS"/>
              </a:rPr>
              <a:t>Databricks </a:t>
            </a:r>
            <a:r>
              <a:rPr sz="1750" b="1" spc="-20" dirty="0">
                <a:solidFill>
                  <a:srgbClr val="114E71"/>
                </a:solidFill>
                <a:latin typeface="Trebuchet MS"/>
                <a:cs typeface="Trebuchet MS"/>
              </a:rPr>
              <a:t>Repo</a:t>
            </a:r>
            <a:endParaRPr sz="1750">
              <a:latin typeface="Trebuchet MS"/>
              <a:cs typeface="Trebuchet MS"/>
            </a:endParaRPr>
          </a:p>
          <a:p>
            <a:pPr marL="67310" marR="60325" algn="ctr">
              <a:lnSpc>
                <a:spcPct val="103899"/>
              </a:lnSpc>
              <a:spcBef>
                <a:spcPts val="740"/>
              </a:spcBef>
            </a:pPr>
            <a:r>
              <a:rPr sz="1400" spc="-10" dirty="0">
                <a:solidFill>
                  <a:srgbClr val="2B404F"/>
                </a:solidFill>
                <a:latin typeface="Tahoma"/>
                <a:cs typeface="Tahoma"/>
              </a:rPr>
              <a:t>Sincronizado </a:t>
            </a:r>
            <a:r>
              <a:rPr sz="1400" spc="60" dirty="0">
                <a:solidFill>
                  <a:srgbClr val="2B404F"/>
                </a:solidFill>
                <a:latin typeface="Tahoma"/>
                <a:cs typeface="Tahoma"/>
              </a:rPr>
              <a:t>con</a:t>
            </a:r>
            <a:r>
              <a:rPr sz="1400" spc="-229" dirty="0">
                <a:solidFill>
                  <a:srgbClr val="2B404F"/>
                </a:solidFill>
                <a:latin typeface="Tahoma"/>
                <a:cs typeface="Tahoma"/>
              </a:rPr>
              <a:t> </a:t>
            </a:r>
            <a:r>
              <a:rPr sz="1400" spc="-10" dirty="0">
                <a:solidFill>
                  <a:srgbClr val="2B404F"/>
                </a:solidFill>
                <a:latin typeface="Tahoma"/>
                <a:cs typeface="Tahoma"/>
              </a:rPr>
              <a:t>branch feature</a:t>
            </a:r>
            <a:endParaRPr sz="1400">
              <a:latin typeface="Tahoma"/>
              <a:cs typeface="Tahoma"/>
            </a:endParaRPr>
          </a:p>
        </p:txBody>
      </p:sp>
      <p:sp>
        <p:nvSpPr>
          <p:cNvPr id="5" name="object 5"/>
          <p:cNvSpPr txBox="1"/>
          <p:nvPr/>
        </p:nvSpPr>
        <p:spPr>
          <a:xfrm>
            <a:off x="6965949" y="3849370"/>
            <a:ext cx="1308255" cy="1073435"/>
          </a:xfrm>
          <a:prstGeom prst="rect">
            <a:avLst/>
          </a:prstGeom>
        </p:spPr>
        <p:txBody>
          <a:bodyPr vert="horz" wrap="square" lIns="0" tIns="5080" rIns="0" bIns="0" rtlCol="0">
            <a:spAutoFit/>
          </a:bodyPr>
          <a:lstStyle/>
          <a:p>
            <a:pPr marL="12700" marR="5080" algn="ctr">
              <a:lnSpc>
                <a:spcPct val="102899"/>
              </a:lnSpc>
              <a:spcBef>
                <a:spcPts val="40"/>
              </a:spcBef>
            </a:pPr>
            <a:r>
              <a:rPr sz="1750" b="1" spc="-20" dirty="0">
                <a:solidFill>
                  <a:srgbClr val="114E71"/>
                </a:solidFill>
                <a:latin typeface="Trebuchet MS"/>
                <a:cs typeface="Trebuchet MS"/>
              </a:rPr>
              <a:t>Revisión</a:t>
            </a:r>
            <a:r>
              <a:rPr sz="1750" b="1" spc="-75" dirty="0">
                <a:solidFill>
                  <a:srgbClr val="114E71"/>
                </a:solidFill>
                <a:latin typeface="Trebuchet MS"/>
                <a:cs typeface="Trebuchet MS"/>
              </a:rPr>
              <a:t> </a:t>
            </a:r>
            <a:r>
              <a:rPr sz="1750" b="1" spc="-50" dirty="0">
                <a:solidFill>
                  <a:srgbClr val="114E71"/>
                </a:solidFill>
                <a:latin typeface="Trebuchet MS"/>
                <a:cs typeface="Trebuchet MS"/>
              </a:rPr>
              <a:t>y </a:t>
            </a:r>
            <a:r>
              <a:rPr sz="1750" b="1" spc="-10" dirty="0">
                <a:solidFill>
                  <a:srgbClr val="114E71"/>
                </a:solidFill>
                <a:latin typeface="Trebuchet MS"/>
                <a:cs typeface="Trebuchet MS"/>
              </a:rPr>
              <a:t>merge</a:t>
            </a:r>
            <a:endParaRPr sz="1750" dirty="0">
              <a:latin typeface="Trebuchet MS"/>
              <a:cs typeface="Trebuchet MS"/>
            </a:endParaRPr>
          </a:p>
          <a:p>
            <a:pPr marL="32384" marR="31750" indent="1905" algn="ctr">
              <a:lnSpc>
                <a:spcPct val="105700"/>
              </a:lnSpc>
              <a:spcBef>
                <a:spcPts val="640"/>
              </a:spcBef>
            </a:pPr>
            <a:r>
              <a:rPr sz="1400" spc="-10" dirty="0">
                <a:solidFill>
                  <a:srgbClr val="2A404F"/>
                </a:solidFill>
                <a:latin typeface="Tahoma"/>
                <a:cs typeface="Tahoma"/>
              </a:rPr>
              <a:t>PR</a:t>
            </a:r>
            <a:r>
              <a:rPr lang="es-419" sz="1400" spc="-10" dirty="0">
                <a:solidFill>
                  <a:srgbClr val="2A404F"/>
                </a:solidFill>
                <a:latin typeface="Tahoma"/>
                <a:cs typeface="Tahoma"/>
              </a:rPr>
              <a:t> </a:t>
            </a:r>
            <a:r>
              <a:rPr sz="1400" spc="-10" dirty="0" err="1">
                <a:solidFill>
                  <a:srgbClr val="2A404F"/>
                </a:solidFill>
                <a:latin typeface="Tahoma"/>
                <a:cs typeface="Tahoma"/>
              </a:rPr>
              <a:t>revisada</a:t>
            </a:r>
            <a:r>
              <a:rPr lang="es-419" sz="1400" spc="-10" dirty="0">
                <a:solidFill>
                  <a:srgbClr val="2A404F"/>
                </a:solidFill>
                <a:latin typeface="Tahoma"/>
                <a:cs typeface="Tahoma"/>
              </a:rPr>
              <a:t> </a:t>
            </a:r>
            <a:r>
              <a:rPr sz="1400" spc="-10" dirty="0">
                <a:solidFill>
                  <a:srgbClr val="2A404F"/>
                </a:solidFill>
                <a:latin typeface="Tahoma"/>
                <a:cs typeface="Tahoma"/>
              </a:rPr>
              <a:t>y</a:t>
            </a:r>
            <a:r>
              <a:rPr lang="es-419" sz="1400" spc="-10" dirty="0">
                <a:solidFill>
                  <a:srgbClr val="2A404F"/>
                </a:solidFill>
                <a:latin typeface="Tahoma"/>
                <a:cs typeface="Tahoma"/>
              </a:rPr>
              <a:t> </a:t>
            </a:r>
            <a:r>
              <a:rPr sz="1400" spc="-10" dirty="0">
                <a:solidFill>
                  <a:srgbClr val="2A404F"/>
                </a:solidFill>
                <a:latin typeface="Tahoma"/>
                <a:cs typeface="Tahoma"/>
              </a:rPr>
              <a:t>merge</a:t>
            </a:r>
            <a:r>
              <a:rPr lang="es-419" sz="1400" spc="-10" dirty="0">
                <a:solidFill>
                  <a:srgbClr val="2A404F"/>
                </a:solidFill>
                <a:latin typeface="Tahoma"/>
                <a:cs typeface="Tahoma"/>
              </a:rPr>
              <a:t> </a:t>
            </a:r>
            <a:r>
              <a:rPr sz="1400" spc="-10" dirty="0">
                <a:solidFill>
                  <a:srgbClr val="2A404F"/>
                </a:solidFill>
                <a:latin typeface="Tahoma"/>
                <a:cs typeface="Tahoma"/>
              </a:rPr>
              <a:t>a</a:t>
            </a:r>
            <a:r>
              <a:rPr lang="es-419" sz="1400" spc="-10" dirty="0">
                <a:solidFill>
                  <a:srgbClr val="2A404F"/>
                </a:solidFill>
                <a:latin typeface="Tahoma"/>
                <a:cs typeface="Tahoma"/>
              </a:rPr>
              <a:t> </a:t>
            </a:r>
            <a:r>
              <a:rPr sz="1400" spc="-10" dirty="0">
                <a:solidFill>
                  <a:srgbClr val="2A404F"/>
                </a:solidFill>
                <a:latin typeface="Tahoma"/>
                <a:cs typeface="Tahoma"/>
              </a:rPr>
              <a:t>main</a:t>
            </a:r>
            <a:endParaRPr sz="1400" dirty="0">
              <a:latin typeface="Tahoma"/>
              <a:cs typeface="Tahoma"/>
            </a:endParaRPr>
          </a:p>
        </p:txBody>
      </p:sp>
      <p:sp>
        <p:nvSpPr>
          <p:cNvPr id="9" name="object 9"/>
          <p:cNvSpPr/>
          <p:nvPr/>
        </p:nvSpPr>
        <p:spPr>
          <a:xfrm>
            <a:off x="1332864" y="5344439"/>
            <a:ext cx="4623435" cy="1016000"/>
          </a:xfrm>
          <a:custGeom>
            <a:avLst/>
            <a:gdLst/>
            <a:ahLst/>
            <a:cxnLst/>
            <a:rect l="l" t="t" r="r" b="b"/>
            <a:pathLst>
              <a:path w="4623435" h="1016000">
                <a:moveTo>
                  <a:pt x="4623308" y="0"/>
                </a:moveTo>
                <a:lnTo>
                  <a:pt x="0" y="0"/>
                </a:lnTo>
                <a:lnTo>
                  <a:pt x="0" y="1015796"/>
                </a:lnTo>
                <a:lnTo>
                  <a:pt x="4623308" y="1015796"/>
                </a:lnTo>
                <a:lnTo>
                  <a:pt x="4623308" y="0"/>
                </a:lnTo>
                <a:close/>
              </a:path>
            </a:pathLst>
          </a:custGeom>
          <a:solidFill>
            <a:srgbClr val="F3F3F3"/>
          </a:solidFill>
        </p:spPr>
        <p:txBody>
          <a:bodyPr wrap="square" lIns="0" tIns="0" rIns="0" bIns="0" rtlCol="0"/>
          <a:lstStyle/>
          <a:p>
            <a:endParaRPr/>
          </a:p>
        </p:txBody>
      </p:sp>
      <p:sp>
        <p:nvSpPr>
          <p:cNvPr id="10" name="object 10"/>
          <p:cNvSpPr txBox="1"/>
          <p:nvPr/>
        </p:nvSpPr>
        <p:spPr>
          <a:xfrm>
            <a:off x="1332357" y="5335015"/>
            <a:ext cx="4589145" cy="1017905"/>
          </a:xfrm>
          <a:prstGeom prst="rect">
            <a:avLst/>
          </a:prstGeom>
        </p:spPr>
        <p:txBody>
          <a:bodyPr vert="horz" wrap="square" lIns="0" tIns="12700" rIns="0" bIns="0" rtlCol="0">
            <a:spAutoFit/>
          </a:bodyPr>
          <a:lstStyle/>
          <a:p>
            <a:pPr marL="12700" algn="just">
              <a:lnSpc>
                <a:spcPct val="100000"/>
              </a:lnSpc>
              <a:spcBef>
                <a:spcPts val="100"/>
              </a:spcBef>
            </a:pPr>
            <a:r>
              <a:rPr sz="1450" b="1" spc="-60" dirty="0">
                <a:solidFill>
                  <a:srgbClr val="114E71"/>
                </a:solidFill>
                <a:latin typeface="Trebuchet MS"/>
                <a:cs typeface="Trebuchet MS"/>
              </a:rPr>
              <a:t>Flujo</a:t>
            </a:r>
            <a:r>
              <a:rPr sz="1450" b="1" spc="-275" dirty="0">
                <a:solidFill>
                  <a:srgbClr val="114E71"/>
                </a:solidFill>
                <a:latin typeface="Trebuchet MS"/>
                <a:cs typeface="Trebuchet MS"/>
              </a:rPr>
              <a:t> </a:t>
            </a:r>
            <a:r>
              <a:rPr sz="1450" b="1" spc="45" dirty="0">
                <a:solidFill>
                  <a:srgbClr val="114E71"/>
                </a:solidFill>
                <a:latin typeface="Trebuchet MS"/>
                <a:cs typeface="Trebuchet MS"/>
              </a:rPr>
              <a:t>recomendado</a:t>
            </a:r>
            <a:r>
              <a:rPr sz="1450" b="1" spc="-180" dirty="0">
                <a:solidFill>
                  <a:srgbClr val="114E71"/>
                </a:solidFill>
                <a:latin typeface="Trebuchet MS"/>
                <a:cs typeface="Trebuchet MS"/>
              </a:rPr>
              <a:t> </a:t>
            </a:r>
            <a:r>
              <a:rPr sz="1450" b="1" dirty="0">
                <a:solidFill>
                  <a:srgbClr val="114E71"/>
                </a:solidFill>
                <a:latin typeface="Trebuchet MS"/>
                <a:cs typeface="Trebuchet MS"/>
              </a:rPr>
              <a:t>de</a:t>
            </a:r>
            <a:r>
              <a:rPr sz="1450" b="1" spc="-160" dirty="0">
                <a:solidFill>
                  <a:srgbClr val="114E71"/>
                </a:solidFill>
                <a:latin typeface="Trebuchet MS"/>
                <a:cs typeface="Trebuchet MS"/>
              </a:rPr>
              <a:t> </a:t>
            </a:r>
            <a:r>
              <a:rPr sz="1450" b="1" spc="-10" dirty="0">
                <a:solidFill>
                  <a:srgbClr val="114E71"/>
                </a:solidFill>
                <a:latin typeface="Trebuchet MS"/>
                <a:cs typeface="Trebuchet MS"/>
              </a:rPr>
              <a:t>trabajo</a:t>
            </a:r>
            <a:endParaRPr sz="1450">
              <a:latin typeface="Trebuchet MS"/>
              <a:cs typeface="Trebuchet MS"/>
            </a:endParaRPr>
          </a:p>
          <a:p>
            <a:pPr marL="12700" marR="5080" algn="just">
              <a:lnSpc>
                <a:spcPct val="137800"/>
              </a:lnSpc>
              <a:spcBef>
                <a:spcPts val="365"/>
              </a:spcBef>
            </a:pPr>
            <a:r>
              <a:rPr sz="1150" dirty="0">
                <a:solidFill>
                  <a:srgbClr val="2A404F"/>
                </a:solidFill>
                <a:latin typeface="Tahoma"/>
                <a:cs typeface="Tahoma"/>
              </a:rPr>
              <a:t>Siempre</a:t>
            </a:r>
            <a:r>
              <a:rPr sz="1150" spc="-140" dirty="0">
                <a:solidFill>
                  <a:srgbClr val="2A404F"/>
                </a:solidFill>
                <a:latin typeface="Tahoma"/>
                <a:cs typeface="Tahoma"/>
              </a:rPr>
              <a:t> </a:t>
            </a:r>
            <a:r>
              <a:rPr sz="1150" dirty="0">
                <a:solidFill>
                  <a:srgbClr val="2A404F"/>
                </a:solidFill>
                <a:latin typeface="Tahoma"/>
                <a:cs typeface="Tahoma"/>
              </a:rPr>
              <a:t>desarrollar</a:t>
            </a:r>
            <a:r>
              <a:rPr sz="1150" spc="-135" dirty="0">
                <a:solidFill>
                  <a:srgbClr val="2A404F"/>
                </a:solidFill>
                <a:latin typeface="Tahoma"/>
                <a:cs typeface="Tahoma"/>
              </a:rPr>
              <a:t> </a:t>
            </a:r>
            <a:r>
              <a:rPr sz="1150" spc="-5" dirty="0">
                <a:solidFill>
                  <a:srgbClr val="2A404F"/>
                </a:solidFill>
                <a:latin typeface="Tahoma"/>
                <a:cs typeface="Tahoma"/>
              </a:rPr>
              <a:t>en</a:t>
            </a:r>
            <a:r>
              <a:rPr sz="1150" spc="-125" dirty="0">
                <a:solidFill>
                  <a:srgbClr val="2A404F"/>
                </a:solidFill>
                <a:latin typeface="Tahoma"/>
                <a:cs typeface="Tahoma"/>
              </a:rPr>
              <a:t> </a:t>
            </a:r>
            <a:r>
              <a:rPr sz="1150" b="1" spc="-35" dirty="0">
                <a:solidFill>
                  <a:srgbClr val="2A404F"/>
                </a:solidFill>
                <a:latin typeface="Trebuchet MS"/>
                <a:cs typeface="Trebuchet MS"/>
              </a:rPr>
              <a:t>feature</a:t>
            </a:r>
            <a:r>
              <a:rPr sz="1150" b="1" spc="-90" dirty="0">
                <a:solidFill>
                  <a:srgbClr val="2A404F"/>
                </a:solidFill>
                <a:latin typeface="Trebuchet MS"/>
                <a:cs typeface="Trebuchet MS"/>
              </a:rPr>
              <a:t> </a:t>
            </a:r>
            <a:r>
              <a:rPr sz="1150" b="1" spc="-5" dirty="0">
                <a:solidFill>
                  <a:srgbClr val="2A404F"/>
                </a:solidFill>
                <a:latin typeface="Trebuchet MS"/>
                <a:cs typeface="Trebuchet MS"/>
              </a:rPr>
              <a:t>branches</a:t>
            </a:r>
            <a:r>
              <a:rPr sz="1150" spc="-5" dirty="0">
                <a:solidFill>
                  <a:srgbClr val="2A404F"/>
                </a:solidFill>
                <a:latin typeface="Tahoma"/>
                <a:cs typeface="Tahoma"/>
              </a:rPr>
              <a:t>,</a:t>
            </a:r>
            <a:r>
              <a:rPr sz="1150" spc="-165" dirty="0">
                <a:solidFill>
                  <a:srgbClr val="2A404F"/>
                </a:solidFill>
                <a:latin typeface="Tahoma"/>
                <a:cs typeface="Tahoma"/>
              </a:rPr>
              <a:t> </a:t>
            </a:r>
            <a:r>
              <a:rPr sz="1150" spc="15" dirty="0">
                <a:solidFill>
                  <a:srgbClr val="2A404F"/>
                </a:solidFill>
                <a:latin typeface="Tahoma"/>
                <a:cs typeface="Tahoma"/>
              </a:rPr>
              <a:t>nunca</a:t>
            </a:r>
            <a:r>
              <a:rPr sz="1150" spc="-135" dirty="0">
                <a:solidFill>
                  <a:srgbClr val="2A404F"/>
                </a:solidFill>
                <a:latin typeface="Tahoma"/>
                <a:cs typeface="Tahoma"/>
              </a:rPr>
              <a:t> </a:t>
            </a:r>
            <a:r>
              <a:rPr sz="1150" spc="5" dirty="0">
                <a:solidFill>
                  <a:srgbClr val="2A404F"/>
                </a:solidFill>
                <a:latin typeface="Tahoma"/>
                <a:cs typeface="Tahoma"/>
              </a:rPr>
              <a:t>directamente</a:t>
            </a:r>
            <a:r>
              <a:rPr sz="1150" spc="-150" dirty="0">
                <a:solidFill>
                  <a:srgbClr val="2A404F"/>
                </a:solidFill>
                <a:latin typeface="Tahoma"/>
                <a:cs typeface="Tahoma"/>
              </a:rPr>
              <a:t> </a:t>
            </a:r>
            <a:r>
              <a:rPr sz="1150" dirty="0">
                <a:solidFill>
                  <a:srgbClr val="2A404F"/>
                </a:solidFill>
                <a:latin typeface="Tahoma"/>
                <a:cs typeface="Tahoma"/>
              </a:rPr>
              <a:t>en</a:t>
            </a:r>
            <a:r>
              <a:rPr sz="1150" spc="-130" dirty="0">
                <a:solidFill>
                  <a:srgbClr val="2A404F"/>
                </a:solidFill>
                <a:latin typeface="Tahoma"/>
                <a:cs typeface="Tahoma"/>
              </a:rPr>
              <a:t> </a:t>
            </a:r>
            <a:r>
              <a:rPr sz="1150" dirty="0">
                <a:solidFill>
                  <a:srgbClr val="2A404F"/>
                </a:solidFill>
                <a:latin typeface="Tahoma"/>
                <a:cs typeface="Tahoma"/>
              </a:rPr>
              <a:t>main.</a:t>
            </a:r>
            <a:r>
              <a:rPr sz="1150" spc="-25" dirty="0">
                <a:solidFill>
                  <a:srgbClr val="2A404F"/>
                </a:solidFill>
                <a:latin typeface="Tahoma"/>
                <a:cs typeface="Tahoma"/>
              </a:rPr>
              <a:t> </a:t>
            </a:r>
            <a:r>
              <a:rPr sz="1150" spc="5" dirty="0">
                <a:solidFill>
                  <a:srgbClr val="2A404F"/>
                </a:solidFill>
                <a:latin typeface="Tahoma"/>
                <a:cs typeface="Tahoma"/>
              </a:rPr>
              <a:t>El</a:t>
            </a:r>
            <a:r>
              <a:rPr sz="1150" spc="-125" dirty="0">
                <a:solidFill>
                  <a:srgbClr val="2A404F"/>
                </a:solidFill>
                <a:latin typeface="Tahoma"/>
                <a:cs typeface="Tahoma"/>
              </a:rPr>
              <a:t> </a:t>
            </a:r>
            <a:r>
              <a:rPr sz="1150" spc="-30" dirty="0">
                <a:solidFill>
                  <a:srgbClr val="2A404F"/>
                </a:solidFill>
                <a:latin typeface="Tahoma"/>
                <a:cs typeface="Tahoma"/>
              </a:rPr>
              <a:t>Job</a:t>
            </a:r>
            <a:r>
              <a:rPr sz="1150" spc="-130" dirty="0">
                <a:solidFill>
                  <a:srgbClr val="2A404F"/>
                </a:solidFill>
                <a:latin typeface="Tahoma"/>
                <a:cs typeface="Tahoma"/>
              </a:rPr>
              <a:t> </a:t>
            </a:r>
            <a:r>
              <a:rPr sz="1150" spc="5" dirty="0">
                <a:solidFill>
                  <a:srgbClr val="2A404F"/>
                </a:solidFill>
                <a:latin typeface="Tahoma"/>
                <a:cs typeface="Tahoma"/>
              </a:rPr>
              <a:t>de</a:t>
            </a:r>
            <a:r>
              <a:rPr sz="1150" spc="-130" dirty="0">
                <a:solidFill>
                  <a:srgbClr val="2A404F"/>
                </a:solidFill>
                <a:latin typeface="Tahoma"/>
                <a:cs typeface="Tahoma"/>
              </a:rPr>
              <a:t> </a:t>
            </a:r>
            <a:r>
              <a:rPr sz="1150" spc="15" dirty="0">
                <a:solidFill>
                  <a:srgbClr val="2A404F"/>
                </a:solidFill>
                <a:latin typeface="Tahoma"/>
                <a:cs typeface="Tahoma"/>
              </a:rPr>
              <a:t>producción</a:t>
            </a:r>
            <a:r>
              <a:rPr sz="1150" spc="-120" dirty="0">
                <a:solidFill>
                  <a:srgbClr val="2A404F"/>
                </a:solidFill>
                <a:latin typeface="Tahoma"/>
                <a:cs typeface="Tahoma"/>
              </a:rPr>
              <a:t> </a:t>
            </a:r>
            <a:r>
              <a:rPr sz="1150" spc="5" dirty="0">
                <a:solidFill>
                  <a:srgbClr val="2A404F"/>
                </a:solidFill>
                <a:latin typeface="Tahoma"/>
                <a:cs typeface="Tahoma"/>
              </a:rPr>
              <a:t>debe</a:t>
            </a:r>
            <a:r>
              <a:rPr sz="1150" spc="-140" dirty="0">
                <a:solidFill>
                  <a:srgbClr val="2A404F"/>
                </a:solidFill>
                <a:latin typeface="Tahoma"/>
                <a:cs typeface="Tahoma"/>
              </a:rPr>
              <a:t> </a:t>
            </a:r>
            <a:r>
              <a:rPr sz="1150" spc="-5" dirty="0">
                <a:solidFill>
                  <a:srgbClr val="2A404F"/>
                </a:solidFill>
                <a:latin typeface="Tahoma"/>
                <a:cs typeface="Tahoma"/>
              </a:rPr>
              <a:t>apuntar</a:t>
            </a:r>
            <a:r>
              <a:rPr sz="1150" spc="-110" dirty="0">
                <a:solidFill>
                  <a:srgbClr val="2A404F"/>
                </a:solidFill>
                <a:latin typeface="Tahoma"/>
                <a:cs typeface="Tahoma"/>
              </a:rPr>
              <a:t> </a:t>
            </a:r>
            <a:r>
              <a:rPr sz="1150" b="1" spc="15" dirty="0">
                <a:solidFill>
                  <a:srgbClr val="2A404F"/>
                </a:solidFill>
                <a:latin typeface="Trebuchet MS"/>
                <a:cs typeface="Trebuchet MS"/>
              </a:rPr>
              <a:t>a</a:t>
            </a:r>
            <a:r>
              <a:rPr sz="1150" b="1" spc="-110" dirty="0">
                <a:solidFill>
                  <a:srgbClr val="2A404F"/>
                </a:solidFill>
                <a:latin typeface="Trebuchet MS"/>
                <a:cs typeface="Trebuchet MS"/>
              </a:rPr>
              <a:t> </a:t>
            </a:r>
            <a:r>
              <a:rPr sz="1150" b="1" spc="-10" dirty="0">
                <a:solidFill>
                  <a:srgbClr val="2A404F"/>
                </a:solidFill>
                <a:latin typeface="Trebuchet MS"/>
                <a:cs typeface="Trebuchet MS"/>
              </a:rPr>
              <a:t>un</a:t>
            </a:r>
            <a:r>
              <a:rPr sz="1150" b="1" spc="-114" dirty="0">
                <a:solidFill>
                  <a:srgbClr val="2A404F"/>
                </a:solidFill>
                <a:latin typeface="Trebuchet MS"/>
                <a:cs typeface="Trebuchet MS"/>
              </a:rPr>
              <a:t> </a:t>
            </a:r>
            <a:r>
              <a:rPr sz="1150" b="1" dirty="0">
                <a:solidFill>
                  <a:srgbClr val="2A404F"/>
                </a:solidFill>
                <a:latin typeface="Trebuchet MS"/>
                <a:cs typeface="Trebuchet MS"/>
              </a:rPr>
              <a:t>commit</a:t>
            </a:r>
            <a:r>
              <a:rPr sz="1150" b="1" spc="-95" dirty="0">
                <a:solidFill>
                  <a:srgbClr val="2A404F"/>
                </a:solidFill>
                <a:latin typeface="Trebuchet MS"/>
                <a:cs typeface="Trebuchet MS"/>
              </a:rPr>
              <a:t> </a:t>
            </a:r>
            <a:r>
              <a:rPr sz="1150" b="1" spc="40" dirty="0">
                <a:solidFill>
                  <a:srgbClr val="2A404F"/>
                </a:solidFill>
                <a:latin typeface="Trebuchet MS"/>
                <a:cs typeface="Trebuchet MS"/>
              </a:rPr>
              <a:t>SHA</a:t>
            </a:r>
            <a:r>
              <a:rPr sz="1150" b="1" spc="-114" dirty="0">
                <a:solidFill>
                  <a:srgbClr val="2A404F"/>
                </a:solidFill>
                <a:latin typeface="Trebuchet MS"/>
                <a:cs typeface="Trebuchet MS"/>
              </a:rPr>
              <a:t> </a:t>
            </a:r>
            <a:r>
              <a:rPr sz="1150" b="1" spc="-5" dirty="0">
                <a:solidFill>
                  <a:srgbClr val="2A404F"/>
                </a:solidFill>
                <a:latin typeface="Trebuchet MS"/>
                <a:cs typeface="Trebuchet MS"/>
              </a:rPr>
              <a:t>específico</a:t>
            </a:r>
            <a:r>
              <a:rPr sz="1150" spc="-5" dirty="0">
                <a:solidFill>
                  <a:srgbClr val="2A404F"/>
                </a:solidFill>
                <a:latin typeface="Tahoma"/>
                <a:cs typeface="Tahoma"/>
              </a:rPr>
              <a:t>,</a:t>
            </a:r>
            <a:r>
              <a:rPr sz="1150" spc="-150" dirty="0">
                <a:solidFill>
                  <a:srgbClr val="2A404F"/>
                </a:solidFill>
                <a:latin typeface="Tahoma"/>
                <a:cs typeface="Tahoma"/>
              </a:rPr>
              <a:t> </a:t>
            </a:r>
            <a:r>
              <a:rPr sz="1150" dirty="0">
                <a:solidFill>
                  <a:srgbClr val="2A404F"/>
                </a:solidFill>
                <a:latin typeface="Tahoma"/>
                <a:cs typeface="Tahoma"/>
              </a:rPr>
              <a:t>no</a:t>
            </a:r>
            <a:r>
              <a:rPr sz="1150" spc="-120" dirty="0">
                <a:solidFill>
                  <a:srgbClr val="2A404F"/>
                </a:solidFill>
                <a:latin typeface="Tahoma"/>
                <a:cs typeface="Tahoma"/>
              </a:rPr>
              <a:t> </a:t>
            </a:r>
            <a:r>
              <a:rPr sz="1150" spc="10" dirty="0">
                <a:solidFill>
                  <a:srgbClr val="2A404F"/>
                </a:solidFill>
                <a:latin typeface="Tahoma"/>
                <a:cs typeface="Tahoma"/>
              </a:rPr>
              <a:t>a</a:t>
            </a:r>
            <a:r>
              <a:rPr sz="1150" spc="-120" dirty="0">
                <a:solidFill>
                  <a:srgbClr val="2A404F"/>
                </a:solidFill>
                <a:latin typeface="Tahoma"/>
                <a:cs typeface="Tahoma"/>
              </a:rPr>
              <a:t> </a:t>
            </a:r>
            <a:r>
              <a:rPr sz="1150" spc="15" dirty="0">
                <a:solidFill>
                  <a:srgbClr val="2A404F"/>
                </a:solidFill>
                <a:latin typeface="Tahoma"/>
                <a:cs typeface="Tahoma"/>
              </a:rPr>
              <a:t>la</a:t>
            </a:r>
            <a:r>
              <a:rPr sz="1150" spc="10" dirty="0">
                <a:solidFill>
                  <a:srgbClr val="2A404F"/>
                </a:solidFill>
                <a:latin typeface="Tahoma"/>
                <a:cs typeface="Tahoma"/>
              </a:rPr>
              <a:t> </a:t>
            </a:r>
            <a:r>
              <a:rPr sz="1150" spc="-5" dirty="0">
                <a:solidFill>
                  <a:srgbClr val="2A404F"/>
                </a:solidFill>
                <a:latin typeface="Tahoma"/>
                <a:cs typeface="Tahoma"/>
              </a:rPr>
              <a:t>punt</a:t>
            </a:r>
            <a:r>
              <a:rPr sz="1150" dirty="0">
                <a:solidFill>
                  <a:srgbClr val="2A404F"/>
                </a:solidFill>
                <a:latin typeface="Tahoma"/>
                <a:cs typeface="Tahoma"/>
              </a:rPr>
              <a:t>a</a:t>
            </a:r>
            <a:r>
              <a:rPr sz="1150" spc="-135" dirty="0">
                <a:solidFill>
                  <a:srgbClr val="2A404F"/>
                </a:solidFill>
                <a:latin typeface="Tahoma"/>
                <a:cs typeface="Tahoma"/>
              </a:rPr>
              <a:t> </a:t>
            </a:r>
            <a:r>
              <a:rPr sz="1150" spc="5" dirty="0">
                <a:solidFill>
                  <a:srgbClr val="2A404F"/>
                </a:solidFill>
                <a:latin typeface="Tahoma"/>
                <a:cs typeface="Tahoma"/>
              </a:rPr>
              <a:t>de</a:t>
            </a:r>
            <a:r>
              <a:rPr sz="1150" spc="-130" dirty="0">
                <a:solidFill>
                  <a:srgbClr val="2A404F"/>
                </a:solidFill>
                <a:latin typeface="Tahoma"/>
                <a:cs typeface="Tahoma"/>
              </a:rPr>
              <a:t> </a:t>
            </a:r>
            <a:r>
              <a:rPr sz="1150" dirty="0">
                <a:solidFill>
                  <a:srgbClr val="2A404F"/>
                </a:solidFill>
                <a:latin typeface="Tahoma"/>
                <a:cs typeface="Tahoma"/>
              </a:rPr>
              <a:t>una</a:t>
            </a:r>
            <a:r>
              <a:rPr sz="1150" spc="-120" dirty="0">
                <a:solidFill>
                  <a:srgbClr val="2A404F"/>
                </a:solidFill>
                <a:latin typeface="Tahoma"/>
                <a:cs typeface="Tahoma"/>
              </a:rPr>
              <a:t> </a:t>
            </a:r>
            <a:r>
              <a:rPr sz="1150" spc="-10" dirty="0">
                <a:solidFill>
                  <a:srgbClr val="2A404F"/>
                </a:solidFill>
                <a:latin typeface="Tahoma"/>
                <a:cs typeface="Tahoma"/>
              </a:rPr>
              <a:t>rama,</a:t>
            </a:r>
            <a:r>
              <a:rPr sz="1150" spc="-140" dirty="0">
                <a:solidFill>
                  <a:srgbClr val="2A404F"/>
                </a:solidFill>
                <a:latin typeface="Tahoma"/>
                <a:cs typeface="Tahoma"/>
              </a:rPr>
              <a:t> </a:t>
            </a:r>
            <a:r>
              <a:rPr sz="1150" spc="-5" dirty="0">
                <a:solidFill>
                  <a:srgbClr val="2A404F"/>
                </a:solidFill>
                <a:latin typeface="Tahoma"/>
                <a:cs typeface="Tahoma"/>
              </a:rPr>
              <a:t>par</a:t>
            </a:r>
            <a:r>
              <a:rPr sz="1150" dirty="0">
                <a:solidFill>
                  <a:srgbClr val="2A404F"/>
                </a:solidFill>
                <a:latin typeface="Tahoma"/>
                <a:cs typeface="Tahoma"/>
              </a:rPr>
              <a:t>a</a:t>
            </a:r>
            <a:r>
              <a:rPr sz="1150" spc="-130" dirty="0">
                <a:solidFill>
                  <a:srgbClr val="2A404F"/>
                </a:solidFill>
                <a:latin typeface="Tahoma"/>
                <a:cs typeface="Tahoma"/>
              </a:rPr>
              <a:t> </a:t>
            </a:r>
            <a:r>
              <a:rPr sz="1150" spc="-15" dirty="0">
                <a:solidFill>
                  <a:srgbClr val="2A404F"/>
                </a:solidFill>
                <a:latin typeface="Tahoma"/>
                <a:cs typeface="Tahoma"/>
              </a:rPr>
              <a:t>garantizar</a:t>
            </a:r>
            <a:r>
              <a:rPr sz="1150" spc="-114" dirty="0">
                <a:solidFill>
                  <a:srgbClr val="2A404F"/>
                </a:solidFill>
                <a:latin typeface="Tahoma"/>
                <a:cs typeface="Tahoma"/>
              </a:rPr>
              <a:t> </a:t>
            </a:r>
            <a:r>
              <a:rPr sz="1150" spc="5" dirty="0">
                <a:solidFill>
                  <a:srgbClr val="2A404F"/>
                </a:solidFill>
                <a:latin typeface="Tahoma"/>
                <a:cs typeface="Tahoma"/>
              </a:rPr>
              <a:t>reproducibilidad.</a:t>
            </a:r>
            <a:endParaRPr sz="1150">
              <a:latin typeface="Tahoma"/>
              <a:cs typeface="Tahoma"/>
            </a:endParaRPr>
          </a:p>
        </p:txBody>
      </p:sp>
      <p:sp>
        <p:nvSpPr>
          <p:cNvPr id="11" name="object 11"/>
          <p:cNvSpPr/>
          <p:nvPr/>
        </p:nvSpPr>
        <p:spPr>
          <a:xfrm>
            <a:off x="6102477" y="5344439"/>
            <a:ext cx="4737100" cy="1016000"/>
          </a:xfrm>
          <a:custGeom>
            <a:avLst/>
            <a:gdLst/>
            <a:ahLst/>
            <a:cxnLst/>
            <a:rect l="l" t="t" r="r" b="b"/>
            <a:pathLst>
              <a:path w="4737100" h="1016000">
                <a:moveTo>
                  <a:pt x="4737100" y="0"/>
                </a:moveTo>
                <a:lnTo>
                  <a:pt x="0" y="0"/>
                </a:lnTo>
                <a:lnTo>
                  <a:pt x="0" y="1015796"/>
                </a:lnTo>
                <a:lnTo>
                  <a:pt x="4737100" y="1015796"/>
                </a:lnTo>
                <a:lnTo>
                  <a:pt x="4737100" y="0"/>
                </a:lnTo>
                <a:close/>
              </a:path>
            </a:pathLst>
          </a:custGeom>
          <a:solidFill>
            <a:srgbClr val="F3F3F3"/>
          </a:solidFill>
        </p:spPr>
        <p:txBody>
          <a:bodyPr wrap="square" lIns="0" tIns="0" rIns="0" bIns="0" rtlCol="0"/>
          <a:lstStyle/>
          <a:p>
            <a:endParaRPr/>
          </a:p>
        </p:txBody>
      </p:sp>
      <p:sp>
        <p:nvSpPr>
          <p:cNvPr id="12" name="object 12"/>
          <p:cNvSpPr txBox="1"/>
          <p:nvPr/>
        </p:nvSpPr>
        <p:spPr>
          <a:xfrm>
            <a:off x="6102858" y="5335015"/>
            <a:ext cx="4718050" cy="1017905"/>
          </a:xfrm>
          <a:prstGeom prst="rect">
            <a:avLst/>
          </a:prstGeom>
        </p:spPr>
        <p:txBody>
          <a:bodyPr vert="horz" wrap="square" lIns="0" tIns="12700" rIns="0" bIns="0" rtlCol="0">
            <a:spAutoFit/>
          </a:bodyPr>
          <a:lstStyle/>
          <a:p>
            <a:pPr marL="12700" algn="just">
              <a:lnSpc>
                <a:spcPct val="100000"/>
              </a:lnSpc>
              <a:spcBef>
                <a:spcPts val="100"/>
              </a:spcBef>
            </a:pPr>
            <a:r>
              <a:rPr sz="1450" b="1" spc="-10" dirty="0">
                <a:solidFill>
                  <a:srgbClr val="114E71"/>
                </a:solidFill>
                <a:latin typeface="Trebuchet MS"/>
                <a:cs typeface="Trebuchet MS"/>
              </a:rPr>
              <a:t>Precauciónimportante</a:t>
            </a:r>
            <a:endParaRPr sz="1450">
              <a:latin typeface="Trebuchet MS"/>
              <a:cs typeface="Trebuchet MS"/>
            </a:endParaRPr>
          </a:p>
          <a:p>
            <a:pPr marL="12700" marR="5080" algn="just">
              <a:lnSpc>
                <a:spcPct val="137800"/>
              </a:lnSpc>
              <a:spcBef>
                <a:spcPts val="365"/>
              </a:spcBef>
            </a:pPr>
            <a:r>
              <a:rPr sz="1150" spc="15" dirty="0">
                <a:solidFill>
                  <a:srgbClr val="2A404F"/>
                </a:solidFill>
                <a:latin typeface="Tahoma"/>
                <a:cs typeface="Tahoma"/>
              </a:rPr>
              <a:t>Los</a:t>
            </a:r>
            <a:r>
              <a:rPr sz="1150" spc="-120" dirty="0">
                <a:solidFill>
                  <a:srgbClr val="2A404F"/>
                </a:solidFill>
                <a:latin typeface="Tahoma"/>
                <a:cs typeface="Tahoma"/>
              </a:rPr>
              <a:t> </a:t>
            </a:r>
            <a:r>
              <a:rPr sz="1150" spc="25" dirty="0">
                <a:solidFill>
                  <a:srgbClr val="2A404F"/>
                </a:solidFill>
                <a:latin typeface="Tahoma"/>
                <a:cs typeface="Tahoma"/>
              </a:rPr>
              <a:t>cambios</a:t>
            </a:r>
            <a:r>
              <a:rPr sz="1150" spc="-130" dirty="0">
                <a:solidFill>
                  <a:srgbClr val="2A404F"/>
                </a:solidFill>
                <a:latin typeface="Tahoma"/>
                <a:cs typeface="Tahoma"/>
              </a:rPr>
              <a:t> </a:t>
            </a:r>
            <a:r>
              <a:rPr sz="1150" spc="10" dirty="0">
                <a:solidFill>
                  <a:srgbClr val="2A404F"/>
                </a:solidFill>
                <a:latin typeface="Tahoma"/>
                <a:cs typeface="Tahoma"/>
              </a:rPr>
              <a:t>realizados</a:t>
            </a:r>
            <a:r>
              <a:rPr sz="1150" spc="-130" dirty="0">
                <a:solidFill>
                  <a:srgbClr val="2A404F"/>
                </a:solidFill>
                <a:latin typeface="Tahoma"/>
                <a:cs typeface="Tahoma"/>
              </a:rPr>
              <a:t> </a:t>
            </a:r>
            <a:r>
              <a:rPr sz="1150" spc="-5" dirty="0">
                <a:solidFill>
                  <a:srgbClr val="2A404F"/>
                </a:solidFill>
                <a:latin typeface="Tahoma"/>
                <a:cs typeface="Tahoma"/>
              </a:rPr>
              <a:t>en</a:t>
            </a:r>
            <a:r>
              <a:rPr sz="1150" spc="-135" dirty="0">
                <a:solidFill>
                  <a:srgbClr val="2A404F"/>
                </a:solidFill>
                <a:latin typeface="Tahoma"/>
                <a:cs typeface="Tahoma"/>
              </a:rPr>
              <a:t> </a:t>
            </a:r>
            <a:r>
              <a:rPr sz="1150" spc="20" dirty="0">
                <a:solidFill>
                  <a:srgbClr val="2A404F"/>
                </a:solidFill>
                <a:latin typeface="Tahoma"/>
                <a:cs typeface="Tahoma"/>
              </a:rPr>
              <a:t>el</a:t>
            </a:r>
            <a:r>
              <a:rPr sz="1150" spc="-135" dirty="0">
                <a:solidFill>
                  <a:srgbClr val="2A404F"/>
                </a:solidFill>
                <a:latin typeface="Tahoma"/>
                <a:cs typeface="Tahoma"/>
              </a:rPr>
              <a:t> </a:t>
            </a:r>
            <a:r>
              <a:rPr sz="1150" spc="10" dirty="0">
                <a:solidFill>
                  <a:srgbClr val="2A404F"/>
                </a:solidFill>
                <a:latin typeface="Tahoma"/>
                <a:cs typeface="Tahoma"/>
              </a:rPr>
              <a:t>Databricks</a:t>
            </a:r>
            <a:r>
              <a:rPr sz="1150" spc="-130" dirty="0">
                <a:solidFill>
                  <a:srgbClr val="2A404F"/>
                </a:solidFill>
                <a:latin typeface="Tahoma"/>
                <a:cs typeface="Tahoma"/>
              </a:rPr>
              <a:t> </a:t>
            </a:r>
            <a:r>
              <a:rPr sz="1150" dirty="0">
                <a:solidFill>
                  <a:srgbClr val="2A404F"/>
                </a:solidFill>
                <a:latin typeface="Tahoma"/>
                <a:cs typeface="Tahoma"/>
              </a:rPr>
              <a:t>Repo</a:t>
            </a:r>
            <a:r>
              <a:rPr sz="1150" spc="-125" dirty="0">
                <a:solidFill>
                  <a:srgbClr val="2A404F"/>
                </a:solidFill>
                <a:latin typeface="Tahoma"/>
                <a:cs typeface="Tahoma"/>
              </a:rPr>
              <a:t> </a:t>
            </a:r>
            <a:r>
              <a:rPr sz="1150" spc="5" dirty="0">
                <a:solidFill>
                  <a:srgbClr val="2A404F"/>
                </a:solidFill>
                <a:latin typeface="Tahoma"/>
                <a:cs typeface="Tahoma"/>
              </a:rPr>
              <a:t>que</a:t>
            </a:r>
            <a:r>
              <a:rPr sz="1150" spc="-125" dirty="0">
                <a:solidFill>
                  <a:srgbClr val="2A404F"/>
                </a:solidFill>
                <a:latin typeface="Tahoma"/>
                <a:cs typeface="Tahoma"/>
              </a:rPr>
              <a:t> </a:t>
            </a:r>
            <a:r>
              <a:rPr sz="1150" b="1" spc="-5" dirty="0">
                <a:solidFill>
                  <a:srgbClr val="2A404F"/>
                </a:solidFill>
                <a:latin typeface="Trebuchet MS"/>
                <a:cs typeface="Trebuchet MS"/>
              </a:rPr>
              <a:t>no</a:t>
            </a:r>
            <a:r>
              <a:rPr sz="1150" b="1" spc="-120" dirty="0">
                <a:solidFill>
                  <a:srgbClr val="2A404F"/>
                </a:solidFill>
                <a:latin typeface="Trebuchet MS"/>
                <a:cs typeface="Trebuchet MS"/>
              </a:rPr>
              <a:t> </a:t>
            </a:r>
            <a:r>
              <a:rPr sz="1150" b="1" spc="30" dirty="0">
                <a:solidFill>
                  <a:srgbClr val="2A404F"/>
                </a:solidFill>
                <a:latin typeface="Trebuchet MS"/>
                <a:cs typeface="Trebuchet MS"/>
              </a:rPr>
              <a:t>se</a:t>
            </a:r>
            <a:r>
              <a:rPr sz="1150" b="1" spc="-125" dirty="0">
                <a:solidFill>
                  <a:srgbClr val="2A404F"/>
                </a:solidFill>
                <a:latin typeface="Trebuchet MS"/>
                <a:cs typeface="Trebuchet MS"/>
              </a:rPr>
              <a:t> </a:t>
            </a:r>
            <a:r>
              <a:rPr sz="1150" b="1" spc="-10" dirty="0">
                <a:solidFill>
                  <a:srgbClr val="2A404F"/>
                </a:solidFill>
                <a:latin typeface="Trebuchet MS"/>
                <a:cs typeface="Trebuchet MS"/>
              </a:rPr>
              <a:t>hayan</a:t>
            </a:r>
            <a:r>
              <a:rPr sz="1150" b="1" spc="-130" dirty="0">
                <a:solidFill>
                  <a:srgbClr val="2A404F"/>
                </a:solidFill>
                <a:latin typeface="Trebuchet MS"/>
                <a:cs typeface="Trebuchet MS"/>
              </a:rPr>
              <a:t> </a:t>
            </a:r>
            <a:r>
              <a:rPr sz="1150" b="1" spc="-20" dirty="0">
                <a:solidFill>
                  <a:srgbClr val="2A404F"/>
                </a:solidFill>
                <a:latin typeface="Trebuchet MS"/>
                <a:cs typeface="Trebuchet MS"/>
              </a:rPr>
              <a:t>enviado</a:t>
            </a:r>
            <a:r>
              <a:rPr sz="1150" b="1" spc="-110" dirty="0">
                <a:solidFill>
                  <a:srgbClr val="2A404F"/>
                </a:solidFill>
                <a:latin typeface="Trebuchet MS"/>
                <a:cs typeface="Trebuchet MS"/>
              </a:rPr>
              <a:t> </a:t>
            </a:r>
            <a:r>
              <a:rPr sz="1150" b="1" spc="5" dirty="0">
                <a:solidFill>
                  <a:srgbClr val="2A404F"/>
                </a:solidFill>
                <a:latin typeface="Trebuchet MS"/>
                <a:cs typeface="Trebuchet MS"/>
              </a:rPr>
              <a:t>al </a:t>
            </a:r>
            <a:r>
              <a:rPr sz="1150" b="1" spc="-20" dirty="0">
                <a:solidFill>
                  <a:srgbClr val="2A404F"/>
                </a:solidFill>
                <a:latin typeface="Trebuchet MS"/>
                <a:cs typeface="Trebuchet MS"/>
              </a:rPr>
              <a:t>repositorio</a:t>
            </a:r>
            <a:r>
              <a:rPr sz="1150" b="1" spc="-95" dirty="0">
                <a:solidFill>
                  <a:srgbClr val="2A404F"/>
                </a:solidFill>
                <a:latin typeface="Trebuchet MS"/>
                <a:cs typeface="Trebuchet MS"/>
              </a:rPr>
              <a:t> </a:t>
            </a:r>
            <a:r>
              <a:rPr sz="1150" b="1" spc="-20" dirty="0">
                <a:solidFill>
                  <a:srgbClr val="2A404F"/>
                </a:solidFill>
                <a:latin typeface="Trebuchet MS"/>
                <a:cs typeface="Trebuchet MS"/>
              </a:rPr>
              <a:t>remoto</a:t>
            </a:r>
            <a:r>
              <a:rPr sz="1150" b="1" spc="-85" dirty="0">
                <a:solidFill>
                  <a:srgbClr val="2A404F"/>
                </a:solidFill>
                <a:latin typeface="Trebuchet MS"/>
                <a:cs typeface="Trebuchet MS"/>
              </a:rPr>
              <a:t> </a:t>
            </a:r>
            <a:r>
              <a:rPr sz="1150" spc="25" dirty="0">
                <a:solidFill>
                  <a:srgbClr val="2A404F"/>
                </a:solidFill>
                <a:latin typeface="Tahoma"/>
                <a:cs typeface="Tahoma"/>
              </a:rPr>
              <a:t>se</a:t>
            </a:r>
            <a:r>
              <a:rPr sz="1150" spc="-140" dirty="0">
                <a:solidFill>
                  <a:srgbClr val="2A404F"/>
                </a:solidFill>
                <a:latin typeface="Tahoma"/>
                <a:cs typeface="Tahoma"/>
              </a:rPr>
              <a:t> </a:t>
            </a:r>
            <a:r>
              <a:rPr sz="1150" spc="-5" dirty="0">
                <a:solidFill>
                  <a:srgbClr val="2A404F"/>
                </a:solidFill>
                <a:latin typeface="Tahoma"/>
                <a:cs typeface="Tahoma"/>
              </a:rPr>
              <a:t>pierden</a:t>
            </a:r>
            <a:r>
              <a:rPr sz="1150" spc="-135" dirty="0">
                <a:solidFill>
                  <a:srgbClr val="2A404F"/>
                </a:solidFill>
                <a:latin typeface="Tahoma"/>
                <a:cs typeface="Tahoma"/>
              </a:rPr>
              <a:t> </a:t>
            </a:r>
            <a:r>
              <a:rPr sz="1150" spc="25" dirty="0">
                <a:solidFill>
                  <a:srgbClr val="2A404F"/>
                </a:solidFill>
                <a:latin typeface="Tahoma"/>
                <a:cs typeface="Tahoma"/>
              </a:rPr>
              <a:t>si</a:t>
            </a:r>
            <a:r>
              <a:rPr sz="1150" spc="-130" dirty="0">
                <a:solidFill>
                  <a:srgbClr val="2A404F"/>
                </a:solidFill>
                <a:latin typeface="Tahoma"/>
                <a:cs typeface="Tahoma"/>
              </a:rPr>
              <a:t> </a:t>
            </a:r>
            <a:r>
              <a:rPr sz="1150" spc="20" dirty="0">
                <a:solidFill>
                  <a:srgbClr val="2A404F"/>
                </a:solidFill>
                <a:latin typeface="Tahoma"/>
                <a:cs typeface="Tahoma"/>
              </a:rPr>
              <a:t>el</a:t>
            </a:r>
            <a:r>
              <a:rPr sz="1150" spc="-135" dirty="0">
                <a:solidFill>
                  <a:srgbClr val="2A404F"/>
                </a:solidFill>
                <a:latin typeface="Tahoma"/>
                <a:cs typeface="Tahoma"/>
              </a:rPr>
              <a:t> </a:t>
            </a:r>
            <a:r>
              <a:rPr sz="1150" spc="5" dirty="0">
                <a:solidFill>
                  <a:srgbClr val="2A404F"/>
                </a:solidFill>
                <a:latin typeface="Tahoma"/>
                <a:cs typeface="Tahoma"/>
              </a:rPr>
              <a:t>workspace</a:t>
            </a:r>
            <a:r>
              <a:rPr sz="1150" spc="-130" dirty="0">
                <a:solidFill>
                  <a:srgbClr val="2A404F"/>
                </a:solidFill>
                <a:latin typeface="Tahoma"/>
                <a:cs typeface="Tahoma"/>
              </a:rPr>
              <a:t> </a:t>
            </a:r>
            <a:r>
              <a:rPr sz="1150" spc="25" dirty="0">
                <a:solidFill>
                  <a:srgbClr val="2A404F"/>
                </a:solidFill>
                <a:latin typeface="Tahoma"/>
                <a:cs typeface="Tahoma"/>
              </a:rPr>
              <a:t>se</a:t>
            </a:r>
            <a:r>
              <a:rPr sz="1150" spc="-130" dirty="0">
                <a:solidFill>
                  <a:srgbClr val="2A404F"/>
                </a:solidFill>
                <a:latin typeface="Tahoma"/>
                <a:cs typeface="Tahoma"/>
              </a:rPr>
              <a:t> </a:t>
            </a:r>
            <a:r>
              <a:rPr sz="1150" spc="5" dirty="0">
                <a:solidFill>
                  <a:srgbClr val="2A404F"/>
                </a:solidFill>
                <a:latin typeface="Tahoma"/>
                <a:cs typeface="Tahoma"/>
              </a:rPr>
              <a:t>recrea</a:t>
            </a:r>
            <a:r>
              <a:rPr sz="1150" spc="-145" dirty="0">
                <a:solidFill>
                  <a:srgbClr val="2A404F"/>
                </a:solidFill>
                <a:latin typeface="Tahoma"/>
                <a:cs typeface="Tahoma"/>
              </a:rPr>
              <a:t> </a:t>
            </a:r>
            <a:r>
              <a:rPr sz="1150" spc="5" dirty="0">
                <a:solidFill>
                  <a:srgbClr val="2A404F"/>
                </a:solidFill>
                <a:latin typeface="Tahoma"/>
                <a:cs typeface="Tahoma"/>
              </a:rPr>
              <a:t>o</a:t>
            </a:r>
            <a:r>
              <a:rPr sz="1150" spc="-125" dirty="0">
                <a:solidFill>
                  <a:srgbClr val="2A404F"/>
                </a:solidFill>
                <a:latin typeface="Tahoma"/>
                <a:cs typeface="Tahoma"/>
              </a:rPr>
              <a:t> </a:t>
            </a:r>
            <a:r>
              <a:rPr sz="1150" spc="25" dirty="0">
                <a:solidFill>
                  <a:srgbClr val="2A404F"/>
                </a:solidFill>
                <a:latin typeface="Tahoma"/>
                <a:cs typeface="Tahoma"/>
              </a:rPr>
              <a:t>si</a:t>
            </a:r>
            <a:r>
              <a:rPr sz="1150" spc="-120" dirty="0">
                <a:solidFill>
                  <a:srgbClr val="2A404F"/>
                </a:solidFill>
                <a:latin typeface="Tahoma"/>
                <a:cs typeface="Tahoma"/>
              </a:rPr>
              <a:t> </a:t>
            </a:r>
            <a:r>
              <a:rPr sz="1150" spc="25" dirty="0">
                <a:solidFill>
                  <a:srgbClr val="2A404F"/>
                </a:solidFill>
                <a:latin typeface="Tahoma"/>
                <a:cs typeface="Tahoma"/>
              </a:rPr>
              <a:t>se</a:t>
            </a:r>
            <a:r>
              <a:rPr sz="1150" spc="-140" dirty="0">
                <a:solidFill>
                  <a:srgbClr val="2A404F"/>
                </a:solidFill>
                <a:latin typeface="Tahoma"/>
                <a:cs typeface="Tahoma"/>
              </a:rPr>
              <a:t> </a:t>
            </a:r>
            <a:r>
              <a:rPr sz="1150" spc="5" dirty="0">
                <a:solidFill>
                  <a:srgbClr val="2A404F"/>
                </a:solidFill>
                <a:latin typeface="Tahoma"/>
                <a:cs typeface="Tahoma"/>
              </a:rPr>
              <a:t>sincroniza</a:t>
            </a:r>
            <a:r>
              <a:rPr sz="1150" spc="-5" dirty="0">
                <a:solidFill>
                  <a:srgbClr val="2A404F"/>
                </a:solidFill>
                <a:latin typeface="Tahoma"/>
                <a:cs typeface="Tahoma"/>
              </a:rPr>
              <a:t> </a:t>
            </a:r>
            <a:r>
              <a:rPr sz="1150" spc="20" dirty="0">
                <a:solidFill>
                  <a:srgbClr val="2A404F"/>
                </a:solidFill>
                <a:latin typeface="Tahoma"/>
                <a:cs typeface="Tahoma"/>
              </a:rPr>
              <a:t>con</a:t>
            </a:r>
            <a:r>
              <a:rPr sz="1150" spc="-125" dirty="0">
                <a:solidFill>
                  <a:srgbClr val="2A404F"/>
                </a:solidFill>
                <a:latin typeface="Tahoma"/>
                <a:cs typeface="Tahoma"/>
              </a:rPr>
              <a:t> </a:t>
            </a:r>
            <a:r>
              <a:rPr sz="1150" spc="-15" dirty="0">
                <a:solidFill>
                  <a:srgbClr val="2A404F"/>
                </a:solidFill>
                <a:latin typeface="Tahoma"/>
                <a:cs typeface="Tahoma"/>
              </a:rPr>
              <a:t>otro</a:t>
            </a:r>
            <a:r>
              <a:rPr sz="1150" spc="-110" dirty="0">
                <a:solidFill>
                  <a:srgbClr val="2A404F"/>
                </a:solidFill>
                <a:latin typeface="Tahoma"/>
                <a:cs typeface="Tahoma"/>
              </a:rPr>
              <a:t> </a:t>
            </a:r>
            <a:r>
              <a:rPr sz="1150" spc="5" dirty="0">
                <a:solidFill>
                  <a:srgbClr val="2A404F"/>
                </a:solidFill>
                <a:latin typeface="Tahoma"/>
                <a:cs typeface="Tahoma"/>
              </a:rPr>
              <a:t>commit.</a:t>
            </a:r>
            <a:r>
              <a:rPr sz="1150" spc="-155" dirty="0">
                <a:solidFill>
                  <a:srgbClr val="2A404F"/>
                </a:solidFill>
                <a:latin typeface="Tahoma"/>
                <a:cs typeface="Tahoma"/>
              </a:rPr>
              <a:t> </a:t>
            </a:r>
            <a:r>
              <a:rPr sz="1150" spc="20" dirty="0">
                <a:solidFill>
                  <a:srgbClr val="2A404F"/>
                </a:solidFill>
                <a:latin typeface="Tahoma"/>
                <a:cs typeface="Tahoma"/>
              </a:rPr>
              <a:t>Hacer</a:t>
            </a:r>
            <a:r>
              <a:rPr sz="1150" spc="-135" dirty="0">
                <a:solidFill>
                  <a:srgbClr val="2A404F"/>
                </a:solidFill>
                <a:latin typeface="Tahoma"/>
                <a:cs typeface="Tahoma"/>
              </a:rPr>
              <a:t> </a:t>
            </a:r>
            <a:r>
              <a:rPr sz="1150" spc="10" dirty="0">
                <a:solidFill>
                  <a:srgbClr val="2A404F"/>
                </a:solidFill>
                <a:latin typeface="Tahoma"/>
                <a:cs typeface="Tahoma"/>
              </a:rPr>
              <a:t>push</a:t>
            </a:r>
            <a:r>
              <a:rPr sz="1150" spc="-135" dirty="0">
                <a:solidFill>
                  <a:srgbClr val="2A404F"/>
                </a:solidFill>
                <a:latin typeface="Tahoma"/>
                <a:cs typeface="Tahoma"/>
              </a:rPr>
              <a:t> </a:t>
            </a:r>
            <a:r>
              <a:rPr sz="1150" dirty="0">
                <a:solidFill>
                  <a:srgbClr val="2A404F"/>
                </a:solidFill>
                <a:latin typeface="Tahoma"/>
                <a:cs typeface="Tahoma"/>
              </a:rPr>
              <a:t>frecuente</a:t>
            </a:r>
            <a:r>
              <a:rPr sz="1150" spc="-155" dirty="0">
                <a:solidFill>
                  <a:srgbClr val="2A404F"/>
                </a:solidFill>
                <a:latin typeface="Tahoma"/>
                <a:cs typeface="Tahoma"/>
              </a:rPr>
              <a:t> </a:t>
            </a:r>
            <a:r>
              <a:rPr sz="1150" spc="25" dirty="0">
                <a:solidFill>
                  <a:srgbClr val="2A404F"/>
                </a:solidFill>
                <a:latin typeface="Tahoma"/>
                <a:cs typeface="Tahoma"/>
              </a:rPr>
              <a:t>es</a:t>
            </a:r>
            <a:r>
              <a:rPr sz="1150" spc="-125" dirty="0">
                <a:solidFill>
                  <a:srgbClr val="2A404F"/>
                </a:solidFill>
                <a:latin typeface="Tahoma"/>
                <a:cs typeface="Tahoma"/>
              </a:rPr>
              <a:t> </a:t>
            </a:r>
            <a:r>
              <a:rPr sz="1150" dirty="0">
                <a:solidFill>
                  <a:srgbClr val="2A404F"/>
                </a:solidFill>
                <a:latin typeface="Tahoma"/>
                <a:cs typeface="Tahoma"/>
              </a:rPr>
              <a:t>una</a:t>
            </a:r>
            <a:r>
              <a:rPr sz="1150" spc="-135" dirty="0">
                <a:solidFill>
                  <a:srgbClr val="2A404F"/>
                </a:solidFill>
                <a:latin typeface="Tahoma"/>
                <a:cs typeface="Tahoma"/>
              </a:rPr>
              <a:t> </a:t>
            </a:r>
            <a:r>
              <a:rPr sz="1150" spc="15" dirty="0">
                <a:solidFill>
                  <a:srgbClr val="2A404F"/>
                </a:solidFill>
                <a:latin typeface="Tahoma"/>
                <a:cs typeface="Tahoma"/>
              </a:rPr>
              <a:t>práctica</a:t>
            </a:r>
            <a:r>
              <a:rPr sz="1150" spc="-125" dirty="0">
                <a:solidFill>
                  <a:srgbClr val="2A404F"/>
                </a:solidFill>
                <a:latin typeface="Tahoma"/>
                <a:cs typeface="Tahoma"/>
              </a:rPr>
              <a:t> </a:t>
            </a:r>
            <a:r>
              <a:rPr sz="1150" spc="-10" dirty="0">
                <a:solidFill>
                  <a:srgbClr val="2A404F"/>
                </a:solidFill>
                <a:latin typeface="Tahoma"/>
                <a:cs typeface="Tahoma"/>
              </a:rPr>
              <a:t>obligatoria.</a:t>
            </a:r>
            <a:endParaRPr sz="1150">
              <a:latin typeface="Tahoma"/>
              <a:cs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Imagen 2">
            <a:extLst>
              <a:ext uri="{FF2B5EF4-FFF2-40B4-BE49-F238E27FC236}">
                <a16:creationId xmlns:a16="http://schemas.microsoft.com/office/drawing/2014/main" id="{0B15D40F-DA53-ED1D-376C-719A61DDA46D}"/>
              </a:ext>
            </a:extLst>
          </p:cNvPr>
          <p:cNvPicPr>
            <a:picLocks noChangeAspect="1"/>
          </p:cNvPicPr>
          <p:nvPr/>
        </p:nvPicPr>
        <p:blipFill>
          <a:blip r:embed="rId2">
            <a:extLst>
              <a:ext uri="{28A0092B-C50C-407E-A947-70E740481C1C}">
                <a14:useLocalDpi xmlns:a14="http://schemas.microsoft.com/office/drawing/2010/main" val="0"/>
              </a:ext>
            </a:extLst>
          </a:blip>
          <a:srcRect b="19"/>
          <a:stretch>
            <a:fillRect/>
          </a:stretch>
        </p:blipFill>
        <p:spPr>
          <a:xfrm>
            <a:off x="20" y="1282"/>
            <a:ext cx="12191980" cy="6856718"/>
          </a:xfrm>
          <a:prstGeom prst="rect">
            <a:avLst/>
          </a:prstGeom>
        </p:spPr>
      </p:pic>
    </p:spTree>
    <p:extLst>
      <p:ext uri="{BB962C8B-B14F-4D97-AF65-F5344CB8AC3E}">
        <p14:creationId xmlns:p14="http://schemas.microsoft.com/office/powerpoint/2010/main" val="331165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Patrón de fondo&#10;&#10;Descripción generada automáticamente">
            <a:extLst>
              <a:ext uri="{FF2B5EF4-FFF2-40B4-BE49-F238E27FC236}">
                <a16:creationId xmlns:a16="http://schemas.microsoft.com/office/drawing/2014/main" id="{EDBC2021-F8A1-715B-019A-AE0308BF1B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CuadroTexto 3">
            <a:extLst>
              <a:ext uri="{FF2B5EF4-FFF2-40B4-BE49-F238E27FC236}">
                <a16:creationId xmlns:a16="http://schemas.microsoft.com/office/drawing/2014/main" id="{15370D57-274C-439E-8C4D-CFADF95BCFAC}"/>
              </a:ext>
            </a:extLst>
          </p:cNvPr>
          <p:cNvSpPr txBox="1"/>
          <p:nvPr/>
        </p:nvSpPr>
        <p:spPr>
          <a:xfrm>
            <a:off x="3371609" y="2967335"/>
            <a:ext cx="5111158" cy="1015663"/>
          </a:xfrm>
          <a:prstGeom prst="rect">
            <a:avLst/>
          </a:prstGeom>
          <a:noFill/>
        </p:spPr>
        <p:txBody>
          <a:bodyPr wrap="square" rtlCol="0">
            <a:spAutoFit/>
          </a:bodyPr>
          <a:lstStyle/>
          <a:p>
            <a:pPr algn="ctr"/>
            <a:r>
              <a:rPr lang="es-PE" sz="6000" b="1" dirty="0">
                <a:solidFill>
                  <a:schemeClr val="bg1"/>
                </a:solidFill>
                <a:latin typeface="Geometria" panose="020B0403020204020204" pitchFamily="34" charset="0"/>
              </a:rPr>
              <a:t>¡GRACIAS!</a:t>
            </a:r>
            <a:endParaRPr lang="es-PE" sz="6000" b="1" dirty="0">
              <a:solidFill>
                <a:srgbClr val="00EDFF"/>
              </a:solidFill>
              <a:latin typeface="Geometria" panose="020B0403020204020204" pitchFamily="34" charset="0"/>
            </a:endParaRPr>
          </a:p>
        </p:txBody>
      </p:sp>
    </p:spTree>
    <p:extLst>
      <p:ext uri="{BB962C8B-B14F-4D97-AF65-F5344CB8AC3E}">
        <p14:creationId xmlns:p14="http://schemas.microsoft.com/office/powerpoint/2010/main" val="220328599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551</TotalTime>
  <Words>1757</Words>
  <Application>Microsoft Macintosh PowerPoint</Application>
  <PresentationFormat>Panorámica</PresentationFormat>
  <Paragraphs>220</Paragraphs>
  <Slides>20</Slides>
  <Notes>0</Notes>
  <HiddenSlides>0</HiddenSlides>
  <MMClips>0</MMClips>
  <ScaleCrop>false</ScaleCrop>
  <HeadingPairs>
    <vt:vector size="6" baseType="variant">
      <vt:variant>
        <vt:lpstr>Fuentes usadas</vt:lpstr>
      </vt:variant>
      <vt:variant>
        <vt:i4>13</vt:i4>
      </vt:variant>
      <vt:variant>
        <vt:lpstr>Tema</vt:lpstr>
      </vt:variant>
      <vt:variant>
        <vt:i4>1</vt:i4>
      </vt:variant>
      <vt:variant>
        <vt:lpstr>Títulos de diapositiva</vt:lpstr>
      </vt:variant>
      <vt:variant>
        <vt:i4>20</vt:i4>
      </vt:variant>
    </vt:vector>
  </HeadingPairs>
  <TitlesOfParts>
    <vt:vector size="34" baseType="lpstr">
      <vt:lpstr>Akhand-Black</vt:lpstr>
      <vt:lpstr>Aptos</vt:lpstr>
      <vt:lpstr>Aptos Display</vt:lpstr>
      <vt:lpstr>Aptos Narrow</vt:lpstr>
      <vt:lpstr>Arial</vt:lpstr>
      <vt:lpstr>Arial MT</vt:lpstr>
      <vt:lpstr>Geometria</vt:lpstr>
      <vt:lpstr>Open Sans</vt:lpstr>
      <vt:lpstr>Panton</vt:lpstr>
      <vt:lpstr>Tahoma</vt:lpstr>
      <vt:lpstr>Times New Roman</vt:lpstr>
      <vt:lpstr>Trebuchet MS</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Databricks Databricks es una plataforma unificada de datos e IA que ejecuta cargas de trabajo analíticas y operativas sobre una base abierta y gobernada. Permite a las organizaciones crear aplicaciones de BI e IA, transmitir y analizar datos, y procesar operaciones di arias con seguridad, rendimiento y gobernanza consistentes, todo ello sin añadir complejidad ni tener que copiar datos.</vt:lpstr>
      <vt:lpstr>Control Plane vs Data Plane</vt:lpstr>
      <vt:lpstr>Control Plane vs Data Plane</vt:lpstr>
      <vt:lpstr>Classic vs Serverless Data Plane</vt:lpstr>
      <vt:lpstr>Presentación de PowerPoint</vt:lpstr>
      <vt:lpstr>Databricks Runtime (DBR)</vt:lpstr>
      <vt:lpstr>Tipos de Cluster en Databricks</vt:lpstr>
      <vt:lpstr>Ciclo de Vida: Job Cluster vs All-Purpose Comprender el ciclo de vida de cada tipo de cluster es clave para optimizar costos y  diseñar arquitecturas eficientes. La diferencia principal radica en cuándo se activa la facturación.</vt:lpstr>
      <vt:lpstr>Cluster Policies</vt:lpstr>
      <vt:lpstr>Gestión de Librerías en Clusters Instalar librerías de forma incorrecta es una fuente común de problemas en producción. Databricks ofrece tres mecanismos con alcances y comportamientos distintos. Elegir el correcto según el contexto es parte del examen.</vt:lpstr>
      <vt:lpstr>Workspace y Organización de Artefactos El Workspace de Databricks organiza todos los artefactos del equipo. La estructura de carpetas y la elección entre Workspace nativo y Repos tiene implicaciones directas en la gobernanza y el control de versiones.</vt:lpstr>
      <vt:lpstr>Databricks Repos e Integración Git Databricks Repos conecta el entorno de desarrollo directamente con repositorios Git remotos. Este flujo garantiza trazabilidad, revisión de código y despliegue controlado en entornos de producción.</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Cristian</dc:creator>
  <cp:lastModifiedBy>Juan Miguel Salinas Ponce</cp:lastModifiedBy>
  <cp:revision>34</cp:revision>
  <dcterms:created xsi:type="dcterms:W3CDTF">2025-05-08T00:16:45Z</dcterms:created>
  <dcterms:modified xsi:type="dcterms:W3CDTF">2026-09-24T00:46:40Z</dcterms:modified>
</cp:coreProperties>
</file>